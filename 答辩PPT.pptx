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9" r:id="rId7"/>
    <p:sldId id="267" r:id="rId8"/>
    <p:sldId id="263" r:id="rId9"/>
    <p:sldId id="264" r:id="rId10"/>
    <p:sldId id="268" r:id="rId11"/>
    <p:sldId id="272" r:id="rId12"/>
    <p:sldId id="273" r:id="rId13"/>
    <p:sldId id="274" r:id="rId14"/>
    <p:sldId id="275" r:id="rId15"/>
    <p:sldId id="290" r:id="rId16"/>
    <p:sldId id="260" r:id="rId17"/>
    <p:sldId id="291" r:id="rId18"/>
    <p:sldId id="289" r:id="rId19"/>
  </p:sldIdLst>
  <p:sldSz cx="12192000" cy="6858000"/>
  <p:notesSz cx="6858000" cy="9144000"/>
  <p:defaultTextStyle>
    <a:lvl1pPr marL="0" lvl="0" algn="l" defTabSz="914400">
      <a:defRPr sz="1800" kern="1200">
        <a:solidFill>
          <a:schemeClr val="tx1"/>
        </a:solidFill>
        <a:latin typeface="字魂58号-创中黑"/>
        <a:ea typeface="字魂58号-创中黑"/>
      </a:defRPr>
    </a:lvl1pPr>
    <a:lvl2pPr marL="457200" lvl="1" algn="l" defTabSz="914400">
      <a:defRPr sz="1800" kern="1200">
        <a:solidFill>
          <a:schemeClr val="tx1"/>
        </a:solidFill>
        <a:latin typeface="字魂58号-创中黑"/>
        <a:ea typeface="字魂58号-创中黑"/>
      </a:defRPr>
    </a:lvl2pPr>
    <a:lvl3pPr marL="914400" lvl="2" algn="l" defTabSz="914400">
      <a:defRPr sz="1800" kern="1200">
        <a:solidFill>
          <a:schemeClr val="tx1"/>
        </a:solidFill>
        <a:latin typeface="字魂58号-创中黑"/>
        <a:ea typeface="字魂58号-创中黑"/>
      </a:defRPr>
    </a:lvl3pPr>
    <a:lvl4pPr marL="1371600" lvl="3" algn="l" defTabSz="914400">
      <a:defRPr sz="1800" kern="1200">
        <a:solidFill>
          <a:schemeClr val="tx1"/>
        </a:solidFill>
        <a:latin typeface="字魂58号-创中黑"/>
        <a:ea typeface="字魂58号-创中黑"/>
      </a:defRPr>
    </a:lvl4pPr>
    <a:lvl5pPr marL="1828800" lvl="4" algn="l" defTabSz="914400">
      <a:defRPr sz="1800" kern="1200">
        <a:solidFill>
          <a:schemeClr val="tx1"/>
        </a:solidFill>
        <a:latin typeface="字魂58号-创中黑"/>
        <a:ea typeface="字魂58号-创中黑"/>
      </a:defRPr>
    </a:lvl5pPr>
    <a:lvl6pPr marL="2286000" lvl="5" algn="l" defTabSz="914400">
      <a:defRPr sz="1800" kern="1200">
        <a:solidFill>
          <a:schemeClr val="tx1"/>
        </a:solidFill>
        <a:latin typeface="字魂58号-创中黑"/>
        <a:ea typeface="字魂58号-创中黑"/>
      </a:defRPr>
    </a:lvl6pPr>
    <a:lvl7pPr marL="2743200" lvl="6" algn="l" defTabSz="914400">
      <a:defRPr sz="1800" kern="1200">
        <a:solidFill>
          <a:schemeClr val="tx1"/>
        </a:solidFill>
        <a:latin typeface="字魂58号-创中黑"/>
        <a:ea typeface="字魂58号-创中黑"/>
      </a:defRPr>
    </a:lvl7pPr>
    <a:lvl8pPr marL="3200400" lvl="7" algn="l" defTabSz="914400">
      <a:defRPr sz="1800" kern="1200">
        <a:solidFill>
          <a:schemeClr val="tx1"/>
        </a:solidFill>
        <a:latin typeface="字魂58号-创中黑"/>
        <a:ea typeface="字魂58号-创中黑"/>
      </a:defRPr>
    </a:lvl8pPr>
    <a:lvl9pPr marL="3657600" lvl="8" algn="l" defTabSz="914400">
      <a:defRPr sz="1800" kern="1200">
        <a:solidFill>
          <a:schemeClr val="tx1"/>
        </a:solidFill>
        <a:latin typeface="字魂58号-创中黑"/>
        <a:ea typeface="字魂58号-创中黑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"/>
          <p:cNvPicPr>
            <a:picLocks noChangeAspect="1"/>
          </p:cNvPicPr>
          <p:nvPr/>
        </p:nvPicPr>
        <p:blipFill>
          <a:blip r:embed="rId2">
            <a:lum/>
            <a:extLst>
              <a:ext uri="">
                <a14:imgProps xmlns:mc="http://schemas.openxmlformats.org/markup-compatibility/2006" xmlns:a14="http://schemas.microsoft.com/office/drawing/2010/main" xmlns=""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grpSp>
        <p:nvGrpSpPr>
          <p:cNvPr id="3" name="图形"/>
          <p:cNvGrpSpPr/>
          <p:nvPr/>
        </p:nvGrpSpPr>
        <p:grpSpPr>
          <a:xfrm>
            <a:off x="10951845" y="1028700"/>
            <a:ext cx="233680" cy="141605"/>
            <a:chOff x="7542330" y="1166319"/>
            <a:chExt cx="180020" cy="109094"/>
          </a:xfrm>
        </p:grpSpPr>
        <p:cxnSp>
          <p:nvCxnSpPr>
            <p:cNvPr id="4" name="图形"/>
            <p:cNvCxnSpPr/>
            <p:nvPr/>
          </p:nvCxnSpPr>
          <p:spPr>
            <a:xfrm>
              <a:off x="7542330" y="1166319"/>
              <a:ext cx="180020" cy="0"/>
            </a:xfrm>
            <a:prstGeom prst="line">
              <a:avLst/>
            </a:prstGeom>
            <a:ln w="25400">
              <a:solidFill>
                <a:srgbClr val="FFFF00"/>
              </a:solidFill>
              <a:prstDash val="solid"/>
              <a:miter lim="800000"/>
            </a:ln>
          </p:spPr>
        </p:cxnSp>
        <p:cxnSp>
          <p:nvCxnSpPr>
            <p:cNvPr id="5" name="图形"/>
            <p:cNvCxnSpPr/>
            <p:nvPr/>
          </p:nvCxnSpPr>
          <p:spPr>
            <a:xfrm>
              <a:off x="7542330" y="1221600"/>
              <a:ext cx="180020" cy="0"/>
            </a:xfrm>
            <a:prstGeom prst="line">
              <a:avLst/>
            </a:prstGeom>
            <a:ln w="25400">
              <a:solidFill>
                <a:srgbClr val="FFFF00"/>
              </a:solidFill>
              <a:prstDash val="solid"/>
              <a:miter lim="800000"/>
            </a:ln>
          </p:spPr>
        </p:cxnSp>
        <p:cxnSp>
          <p:nvCxnSpPr>
            <p:cNvPr id="6" name="图形"/>
            <p:cNvCxnSpPr/>
            <p:nvPr/>
          </p:nvCxnSpPr>
          <p:spPr>
            <a:xfrm>
              <a:off x="7542330" y="1275413"/>
              <a:ext cx="180020" cy="0"/>
            </a:xfrm>
            <a:prstGeom prst="line">
              <a:avLst/>
            </a:prstGeom>
            <a:ln w="25400">
              <a:solidFill>
                <a:srgbClr val="FFFF00"/>
              </a:solidFill>
              <a:prstDash val="solid"/>
              <a:miter lim="800000"/>
            </a:ln>
          </p:spPr>
        </p:cxnSp>
      </p:grpSp>
      <p:grpSp>
        <p:nvGrpSpPr>
          <p:cNvPr id="7" name="图形"/>
          <p:cNvGrpSpPr/>
          <p:nvPr/>
        </p:nvGrpSpPr>
        <p:grpSpPr>
          <a:xfrm rot="5400000">
            <a:off x="10252710" y="3198495"/>
            <a:ext cx="1673225" cy="396875"/>
            <a:chOff x="5221" y="1596"/>
            <a:chExt cx="3474" cy="824"/>
          </a:xfrm>
        </p:grpSpPr>
        <p:sp>
          <p:nvSpPr>
            <p:cNvPr id="8" name="图形"/>
            <p:cNvSpPr/>
            <p:nvPr/>
          </p:nvSpPr>
          <p:spPr>
            <a:xfrm>
              <a:off x="5221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" name="图形"/>
            <p:cNvSpPr>
              <a:spLocks noChangeAspect="1"/>
            </p:cNvSpPr>
            <p:nvPr/>
          </p:nvSpPr>
          <p:spPr>
            <a:xfrm>
              <a:off x="5412" y="1787"/>
              <a:ext cx="443" cy="442"/>
            </a:xfrm>
            <a:custGeom>
              <a:avLst/>
              <a:gdLst/>
              <a:ahLst/>
              <a:cxnLst/>
              <a:rect l="0" t="0" r="r" b="b"/>
              <a:pathLst>
                <a:path w="443" h="442">
                  <a:moveTo>
                    <a:pt x="394" y="170"/>
                  </a:moveTo>
                  <a:lnTo>
                    <a:pt x="387" y="170"/>
                  </a:lnTo>
                  <a:cubicBezTo>
                    <a:pt x="384" y="160"/>
                    <a:pt x="379" y="149"/>
                    <a:pt x="374" y="140"/>
                  </a:cubicBezTo>
                  <a:lnTo>
                    <a:pt x="379" y="134"/>
                  </a:lnTo>
                  <a:cubicBezTo>
                    <a:pt x="399" y="115"/>
                    <a:pt x="399" y="84"/>
                    <a:pt x="379" y="65"/>
                  </a:cubicBezTo>
                  <a:lnTo>
                    <a:pt x="378" y="64"/>
                  </a:lnTo>
                  <a:cubicBezTo>
                    <a:pt x="359" y="45"/>
                    <a:pt x="328" y="45"/>
                    <a:pt x="309" y="64"/>
                  </a:cubicBezTo>
                  <a:lnTo>
                    <a:pt x="303" y="70"/>
                  </a:lnTo>
                  <a:cubicBezTo>
                    <a:pt x="293" y="65"/>
                    <a:pt x="282" y="61"/>
                    <a:pt x="272" y="57"/>
                  </a:cubicBezTo>
                  <a:lnTo>
                    <a:pt x="272" y="49"/>
                  </a:lnTo>
                  <a:cubicBezTo>
                    <a:pt x="272" y="22"/>
                    <a:pt x="250" y="0"/>
                    <a:pt x="223" y="0"/>
                  </a:cubicBezTo>
                  <a:lnTo>
                    <a:pt x="220" y="0"/>
                  </a:lnTo>
                  <a:cubicBezTo>
                    <a:pt x="193" y="0"/>
                    <a:pt x="171" y="22"/>
                    <a:pt x="171" y="49"/>
                  </a:cubicBezTo>
                  <a:lnTo>
                    <a:pt x="171" y="58"/>
                  </a:lnTo>
                  <a:cubicBezTo>
                    <a:pt x="161" y="61"/>
                    <a:pt x="151" y="65"/>
                    <a:pt x="142" y="70"/>
                  </a:cubicBezTo>
                  <a:lnTo>
                    <a:pt x="135" y="64"/>
                  </a:lnTo>
                  <a:cubicBezTo>
                    <a:pt x="116" y="45"/>
                    <a:pt x="85" y="45"/>
                    <a:pt x="66" y="64"/>
                  </a:cubicBezTo>
                  <a:lnTo>
                    <a:pt x="65" y="65"/>
                  </a:lnTo>
                  <a:cubicBezTo>
                    <a:pt x="45" y="84"/>
                    <a:pt x="45" y="115"/>
                    <a:pt x="65" y="134"/>
                  </a:cubicBezTo>
                  <a:lnTo>
                    <a:pt x="71" y="141"/>
                  </a:lnTo>
                  <a:cubicBezTo>
                    <a:pt x="66" y="150"/>
                    <a:pt x="61" y="160"/>
                    <a:pt x="58" y="170"/>
                  </a:cubicBezTo>
                  <a:lnTo>
                    <a:pt x="49" y="170"/>
                  </a:lnTo>
                  <a:cubicBezTo>
                    <a:pt x="22" y="170"/>
                    <a:pt x="0" y="192"/>
                    <a:pt x="0" y="219"/>
                  </a:cubicBezTo>
                  <a:lnTo>
                    <a:pt x="0" y="221"/>
                  </a:lnTo>
                  <a:cubicBezTo>
                    <a:pt x="0" y="248"/>
                    <a:pt x="22" y="270"/>
                    <a:pt x="49" y="270"/>
                  </a:cubicBezTo>
                  <a:lnTo>
                    <a:pt x="57" y="270"/>
                  </a:lnTo>
                  <a:cubicBezTo>
                    <a:pt x="60" y="281"/>
                    <a:pt x="64" y="292"/>
                    <a:pt x="70" y="302"/>
                  </a:cubicBezTo>
                  <a:lnTo>
                    <a:pt x="64" y="307"/>
                  </a:lnTo>
                  <a:cubicBezTo>
                    <a:pt x="45" y="327"/>
                    <a:pt x="45" y="357"/>
                    <a:pt x="64" y="377"/>
                  </a:cubicBezTo>
                  <a:lnTo>
                    <a:pt x="65" y="378"/>
                  </a:lnTo>
                  <a:cubicBezTo>
                    <a:pt x="84" y="397"/>
                    <a:pt x="115" y="397"/>
                    <a:pt x="135" y="378"/>
                  </a:cubicBezTo>
                  <a:lnTo>
                    <a:pt x="140" y="373"/>
                  </a:lnTo>
                  <a:cubicBezTo>
                    <a:pt x="150" y="378"/>
                    <a:pt x="160" y="383"/>
                    <a:pt x="171" y="386"/>
                  </a:cubicBezTo>
                  <a:lnTo>
                    <a:pt x="171" y="393"/>
                  </a:lnTo>
                  <a:cubicBezTo>
                    <a:pt x="171" y="420"/>
                    <a:pt x="193" y="442"/>
                    <a:pt x="220" y="442"/>
                  </a:cubicBezTo>
                  <a:lnTo>
                    <a:pt x="223" y="442"/>
                  </a:lnTo>
                  <a:cubicBezTo>
                    <a:pt x="250" y="442"/>
                    <a:pt x="272" y="420"/>
                    <a:pt x="272" y="393"/>
                  </a:cubicBezTo>
                  <a:lnTo>
                    <a:pt x="272" y="387"/>
                  </a:lnTo>
                  <a:cubicBezTo>
                    <a:pt x="283" y="383"/>
                    <a:pt x="294" y="379"/>
                    <a:pt x="304" y="373"/>
                  </a:cubicBezTo>
                  <a:lnTo>
                    <a:pt x="309" y="378"/>
                  </a:lnTo>
                  <a:cubicBezTo>
                    <a:pt x="328" y="397"/>
                    <a:pt x="360" y="397"/>
                    <a:pt x="379" y="378"/>
                  </a:cubicBezTo>
                  <a:lnTo>
                    <a:pt x="380" y="377"/>
                  </a:lnTo>
                  <a:cubicBezTo>
                    <a:pt x="399" y="357"/>
                    <a:pt x="399" y="327"/>
                    <a:pt x="380" y="307"/>
                  </a:cubicBezTo>
                  <a:lnTo>
                    <a:pt x="375" y="302"/>
                  </a:lnTo>
                  <a:cubicBezTo>
                    <a:pt x="380" y="292"/>
                    <a:pt x="385" y="281"/>
                    <a:pt x="388" y="270"/>
                  </a:cubicBezTo>
                  <a:lnTo>
                    <a:pt x="394" y="270"/>
                  </a:lnTo>
                  <a:cubicBezTo>
                    <a:pt x="421" y="270"/>
                    <a:pt x="443" y="248"/>
                    <a:pt x="443" y="221"/>
                  </a:cubicBezTo>
                  <a:lnTo>
                    <a:pt x="443" y="219"/>
                  </a:lnTo>
                  <a:cubicBezTo>
                    <a:pt x="443" y="192"/>
                    <a:pt x="421" y="170"/>
                    <a:pt x="394" y="170"/>
                  </a:cubicBezTo>
                  <a:close/>
                  <a:moveTo>
                    <a:pt x="223" y="298"/>
                  </a:moveTo>
                  <a:cubicBezTo>
                    <a:pt x="180" y="298"/>
                    <a:pt x="146" y="264"/>
                    <a:pt x="146" y="222"/>
                  </a:cubicBezTo>
                  <a:cubicBezTo>
                    <a:pt x="146" y="180"/>
                    <a:pt x="180" y="146"/>
                    <a:pt x="223" y="146"/>
                  </a:cubicBezTo>
                  <a:cubicBezTo>
                    <a:pt x="265" y="146"/>
                    <a:pt x="299" y="180"/>
                    <a:pt x="299" y="222"/>
                  </a:cubicBezTo>
                  <a:cubicBezTo>
                    <a:pt x="299" y="264"/>
                    <a:pt x="265" y="298"/>
                    <a:pt x="223" y="298"/>
                  </a:cubicBezTo>
                  <a:close/>
                  <a:moveTo>
                    <a:pt x="223" y="298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  <p:sp>
          <p:nvSpPr>
            <p:cNvPr id="10" name="图形"/>
            <p:cNvSpPr/>
            <p:nvPr/>
          </p:nvSpPr>
          <p:spPr>
            <a:xfrm>
              <a:off x="6546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" name="图形"/>
            <p:cNvSpPr>
              <a:spLocks noChangeAspect="1"/>
            </p:cNvSpPr>
            <p:nvPr/>
          </p:nvSpPr>
          <p:spPr>
            <a:xfrm>
              <a:off x="6737" y="1809"/>
              <a:ext cx="443" cy="398"/>
            </a:xfrm>
            <a:custGeom>
              <a:avLst/>
              <a:gdLst/>
              <a:ahLst/>
              <a:cxnLst/>
              <a:rect l="0" t="0" r="r" b="b"/>
              <a:pathLst>
                <a:path w="443" h="398">
                  <a:moveTo>
                    <a:pt x="232" y="0"/>
                  </a:moveTo>
                  <a:lnTo>
                    <a:pt x="2" y="0"/>
                  </a:lnTo>
                  <a:cubicBezTo>
                    <a:pt x="1" y="0"/>
                    <a:pt x="0" y="1"/>
                    <a:pt x="0" y="3"/>
                  </a:cubicBezTo>
                  <a:lnTo>
                    <a:pt x="0" y="396"/>
                  </a:lnTo>
                  <a:cubicBezTo>
                    <a:pt x="0" y="397"/>
                    <a:pt x="1" y="398"/>
                    <a:pt x="2" y="398"/>
                  </a:cubicBezTo>
                  <a:lnTo>
                    <a:pt x="81" y="398"/>
                  </a:lnTo>
                  <a:lnTo>
                    <a:pt x="81" y="322"/>
                  </a:lnTo>
                  <a:lnTo>
                    <a:pt x="153" y="322"/>
                  </a:lnTo>
                  <a:lnTo>
                    <a:pt x="153" y="398"/>
                  </a:lnTo>
                  <a:lnTo>
                    <a:pt x="232" y="398"/>
                  </a:lnTo>
                  <a:cubicBezTo>
                    <a:pt x="233" y="398"/>
                    <a:pt x="234" y="397"/>
                    <a:pt x="234" y="396"/>
                  </a:cubicBezTo>
                  <a:lnTo>
                    <a:pt x="234" y="3"/>
                  </a:lnTo>
                  <a:cubicBezTo>
                    <a:pt x="234" y="1"/>
                    <a:pt x="233" y="0"/>
                    <a:pt x="232" y="0"/>
                  </a:cubicBezTo>
                  <a:close/>
                  <a:moveTo>
                    <a:pt x="100" y="264"/>
                  </a:moveTo>
                  <a:lnTo>
                    <a:pt x="44" y="264"/>
                  </a:lnTo>
                  <a:lnTo>
                    <a:pt x="44" y="210"/>
                  </a:lnTo>
                  <a:lnTo>
                    <a:pt x="100" y="210"/>
                  </a:lnTo>
                  <a:lnTo>
                    <a:pt x="100" y="264"/>
                  </a:lnTo>
                  <a:close/>
                  <a:moveTo>
                    <a:pt x="100" y="183"/>
                  </a:moveTo>
                  <a:lnTo>
                    <a:pt x="44" y="183"/>
                  </a:lnTo>
                  <a:lnTo>
                    <a:pt x="44" y="128"/>
                  </a:lnTo>
                  <a:lnTo>
                    <a:pt x="100" y="128"/>
                  </a:lnTo>
                  <a:lnTo>
                    <a:pt x="100" y="183"/>
                  </a:lnTo>
                  <a:close/>
                  <a:moveTo>
                    <a:pt x="100" y="101"/>
                  </a:moveTo>
                  <a:lnTo>
                    <a:pt x="44" y="101"/>
                  </a:lnTo>
                  <a:lnTo>
                    <a:pt x="44" y="46"/>
                  </a:lnTo>
                  <a:lnTo>
                    <a:pt x="100" y="46"/>
                  </a:lnTo>
                  <a:lnTo>
                    <a:pt x="100" y="101"/>
                  </a:lnTo>
                  <a:close/>
                  <a:moveTo>
                    <a:pt x="189" y="264"/>
                  </a:moveTo>
                  <a:lnTo>
                    <a:pt x="133" y="264"/>
                  </a:lnTo>
                  <a:lnTo>
                    <a:pt x="133" y="210"/>
                  </a:lnTo>
                  <a:lnTo>
                    <a:pt x="189" y="210"/>
                  </a:lnTo>
                  <a:lnTo>
                    <a:pt x="189" y="264"/>
                  </a:lnTo>
                  <a:close/>
                  <a:moveTo>
                    <a:pt x="189" y="183"/>
                  </a:moveTo>
                  <a:lnTo>
                    <a:pt x="133" y="183"/>
                  </a:lnTo>
                  <a:lnTo>
                    <a:pt x="133" y="128"/>
                  </a:lnTo>
                  <a:lnTo>
                    <a:pt x="189" y="128"/>
                  </a:lnTo>
                  <a:lnTo>
                    <a:pt x="189" y="183"/>
                  </a:lnTo>
                  <a:close/>
                  <a:moveTo>
                    <a:pt x="189" y="101"/>
                  </a:moveTo>
                  <a:lnTo>
                    <a:pt x="133" y="101"/>
                  </a:lnTo>
                  <a:lnTo>
                    <a:pt x="133" y="46"/>
                  </a:lnTo>
                  <a:lnTo>
                    <a:pt x="189" y="46"/>
                  </a:lnTo>
                  <a:lnTo>
                    <a:pt x="189" y="101"/>
                  </a:lnTo>
                  <a:close/>
                  <a:moveTo>
                    <a:pt x="431" y="128"/>
                  </a:moveTo>
                  <a:lnTo>
                    <a:pt x="280" y="128"/>
                  </a:lnTo>
                  <a:cubicBezTo>
                    <a:pt x="274" y="128"/>
                    <a:pt x="269" y="133"/>
                    <a:pt x="269" y="139"/>
                  </a:cubicBezTo>
                  <a:lnTo>
                    <a:pt x="269" y="396"/>
                  </a:lnTo>
                  <a:cubicBezTo>
                    <a:pt x="269" y="397"/>
                    <a:pt x="270" y="397"/>
                    <a:pt x="270" y="397"/>
                  </a:cubicBezTo>
                  <a:lnTo>
                    <a:pt x="330" y="397"/>
                  </a:lnTo>
                  <a:lnTo>
                    <a:pt x="330" y="347"/>
                  </a:lnTo>
                  <a:lnTo>
                    <a:pt x="381" y="347"/>
                  </a:lnTo>
                  <a:lnTo>
                    <a:pt x="381" y="397"/>
                  </a:lnTo>
                  <a:lnTo>
                    <a:pt x="441" y="397"/>
                  </a:lnTo>
                  <a:cubicBezTo>
                    <a:pt x="442" y="397"/>
                    <a:pt x="442" y="396"/>
                    <a:pt x="442" y="396"/>
                  </a:cubicBezTo>
                  <a:lnTo>
                    <a:pt x="442" y="139"/>
                  </a:lnTo>
                  <a:cubicBezTo>
                    <a:pt x="443" y="134"/>
                    <a:pt x="437" y="128"/>
                    <a:pt x="431" y="128"/>
                  </a:cubicBezTo>
                  <a:close/>
                  <a:moveTo>
                    <a:pt x="419" y="305"/>
                  </a:moveTo>
                  <a:lnTo>
                    <a:pt x="291" y="305"/>
                  </a:lnTo>
                  <a:lnTo>
                    <a:pt x="291" y="278"/>
                  </a:lnTo>
                  <a:lnTo>
                    <a:pt x="419" y="278"/>
                  </a:lnTo>
                  <a:lnTo>
                    <a:pt x="419" y="305"/>
                  </a:lnTo>
                  <a:close/>
                  <a:moveTo>
                    <a:pt x="419" y="251"/>
                  </a:moveTo>
                  <a:lnTo>
                    <a:pt x="291" y="251"/>
                  </a:lnTo>
                  <a:lnTo>
                    <a:pt x="291" y="224"/>
                  </a:lnTo>
                  <a:lnTo>
                    <a:pt x="419" y="224"/>
                  </a:lnTo>
                  <a:lnTo>
                    <a:pt x="419" y="251"/>
                  </a:lnTo>
                  <a:close/>
                  <a:moveTo>
                    <a:pt x="419" y="196"/>
                  </a:moveTo>
                  <a:lnTo>
                    <a:pt x="291" y="196"/>
                  </a:lnTo>
                  <a:lnTo>
                    <a:pt x="291" y="169"/>
                  </a:lnTo>
                  <a:lnTo>
                    <a:pt x="419" y="169"/>
                  </a:lnTo>
                  <a:lnTo>
                    <a:pt x="419" y="196"/>
                  </a:lnTo>
                  <a:close/>
                  <a:moveTo>
                    <a:pt x="419" y="196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  <p:sp>
          <p:nvSpPr>
            <p:cNvPr id="12" name="图形"/>
            <p:cNvSpPr/>
            <p:nvPr/>
          </p:nvSpPr>
          <p:spPr>
            <a:xfrm>
              <a:off x="7871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" name="图形"/>
            <p:cNvSpPr>
              <a:spLocks noChangeAspect="1"/>
            </p:cNvSpPr>
            <p:nvPr/>
          </p:nvSpPr>
          <p:spPr>
            <a:xfrm>
              <a:off x="8062" y="1820"/>
              <a:ext cx="443" cy="377"/>
            </a:xfrm>
            <a:custGeom>
              <a:avLst/>
              <a:gdLst/>
              <a:ahLst/>
              <a:cxnLst/>
              <a:rect l="0" t="0" r="r" b="b"/>
              <a:pathLst>
                <a:path w="443" h="377">
                  <a:moveTo>
                    <a:pt x="427" y="82"/>
                  </a:moveTo>
                  <a:lnTo>
                    <a:pt x="394" y="82"/>
                  </a:lnTo>
                  <a:lnTo>
                    <a:pt x="394" y="115"/>
                  </a:lnTo>
                  <a:cubicBezTo>
                    <a:pt x="394" y="124"/>
                    <a:pt x="386" y="131"/>
                    <a:pt x="377" y="131"/>
                  </a:cubicBezTo>
                  <a:cubicBezTo>
                    <a:pt x="368" y="131"/>
                    <a:pt x="361" y="124"/>
                    <a:pt x="361" y="115"/>
                  </a:cubicBezTo>
                  <a:lnTo>
                    <a:pt x="361" y="82"/>
                  </a:lnTo>
                  <a:lnTo>
                    <a:pt x="328" y="82"/>
                  </a:lnTo>
                  <a:cubicBezTo>
                    <a:pt x="319" y="82"/>
                    <a:pt x="312" y="75"/>
                    <a:pt x="312" y="66"/>
                  </a:cubicBezTo>
                  <a:cubicBezTo>
                    <a:pt x="312" y="57"/>
                    <a:pt x="319" y="49"/>
                    <a:pt x="328" y="49"/>
                  </a:cubicBezTo>
                  <a:lnTo>
                    <a:pt x="361" y="49"/>
                  </a:lnTo>
                  <a:lnTo>
                    <a:pt x="361" y="16"/>
                  </a:lnTo>
                  <a:cubicBezTo>
                    <a:pt x="361" y="7"/>
                    <a:pt x="368" y="0"/>
                    <a:pt x="377" y="0"/>
                  </a:cubicBezTo>
                  <a:cubicBezTo>
                    <a:pt x="386" y="0"/>
                    <a:pt x="394" y="7"/>
                    <a:pt x="394" y="16"/>
                  </a:cubicBezTo>
                  <a:lnTo>
                    <a:pt x="394" y="49"/>
                  </a:lnTo>
                  <a:lnTo>
                    <a:pt x="427" y="49"/>
                  </a:lnTo>
                  <a:cubicBezTo>
                    <a:pt x="436" y="49"/>
                    <a:pt x="443" y="57"/>
                    <a:pt x="443" y="66"/>
                  </a:cubicBezTo>
                  <a:cubicBezTo>
                    <a:pt x="443" y="75"/>
                    <a:pt x="436" y="82"/>
                    <a:pt x="427" y="82"/>
                  </a:cubicBezTo>
                  <a:close/>
                  <a:moveTo>
                    <a:pt x="328" y="139"/>
                  </a:moveTo>
                  <a:cubicBezTo>
                    <a:pt x="328" y="153"/>
                    <a:pt x="317" y="164"/>
                    <a:pt x="304" y="164"/>
                  </a:cubicBezTo>
                  <a:cubicBezTo>
                    <a:pt x="290" y="164"/>
                    <a:pt x="279" y="153"/>
                    <a:pt x="279" y="139"/>
                  </a:cubicBezTo>
                  <a:cubicBezTo>
                    <a:pt x="279" y="126"/>
                    <a:pt x="290" y="115"/>
                    <a:pt x="304" y="115"/>
                  </a:cubicBezTo>
                  <a:cubicBezTo>
                    <a:pt x="317" y="115"/>
                    <a:pt x="328" y="126"/>
                    <a:pt x="328" y="139"/>
                  </a:cubicBezTo>
                  <a:close/>
                  <a:moveTo>
                    <a:pt x="263" y="82"/>
                  </a:moveTo>
                  <a:lnTo>
                    <a:pt x="33" y="82"/>
                  </a:lnTo>
                  <a:lnTo>
                    <a:pt x="33" y="310"/>
                  </a:lnTo>
                  <a:cubicBezTo>
                    <a:pt x="33" y="310"/>
                    <a:pt x="69" y="150"/>
                    <a:pt x="130" y="150"/>
                  </a:cubicBezTo>
                  <a:cubicBezTo>
                    <a:pt x="171" y="150"/>
                    <a:pt x="212" y="274"/>
                    <a:pt x="238" y="311"/>
                  </a:cubicBezTo>
                  <a:cubicBezTo>
                    <a:pt x="238" y="311"/>
                    <a:pt x="258" y="230"/>
                    <a:pt x="292" y="229"/>
                  </a:cubicBezTo>
                  <a:cubicBezTo>
                    <a:pt x="327" y="229"/>
                    <a:pt x="345" y="310"/>
                    <a:pt x="345" y="310"/>
                  </a:cubicBezTo>
                  <a:lnTo>
                    <a:pt x="361" y="310"/>
                  </a:lnTo>
                  <a:lnTo>
                    <a:pt x="361" y="213"/>
                  </a:lnTo>
                  <a:cubicBezTo>
                    <a:pt x="361" y="204"/>
                    <a:pt x="368" y="197"/>
                    <a:pt x="377" y="197"/>
                  </a:cubicBezTo>
                  <a:cubicBezTo>
                    <a:pt x="386" y="197"/>
                    <a:pt x="394" y="204"/>
                    <a:pt x="394" y="213"/>
                  </a:cubicBezTo>
                  <a:lnTo>
                    <a:pt x="394" y="344"/>
                  </a:lnTo>
                  <a:cubicBezTo>
                    <a:pt x="394" y="362"/>
                    <a:pt x="379" y="377"/>
                    <a:pt x="361" y="377"/>
                  </a:cubicBezTo>
                  <a:lnTo>
                    <a:pt x="33" y="377"/>
                  </a:lnTo>
                  <a:cubicBezTo>
                    <a:pt x="15" y="377"/>
                    <a:pt x="0" y="362"/>
                    <a:pt x="0" y="344"/>
                  </a:cubicBezTo>
                  <a:lnTo>
                    <a:pt x="0" y="82"/>
                  </a:lnTo>
                  <a:cubicBezTo>
                    <a:pt x="0" y="64"/>
                    <a:pt x="15" y="49"/>
                    <a:pt x="33" y="49"/>
                  </a:cubicBezTo>
                  <a:lnTo>
                    <a:pt x="263" y="49"/>
                  </a:lnTo>
                  <a:cubicBezTo>
                    <a:pt x="272" y="49"/>
                    <a:pt x="279" y="57"/>
                    <a:pt x="279" y="66"/>
                  </a:cubicBezTo>
                  <a:cubicBezTo>
                    <a:pt x="279" y="75"/>
                    <a:pt x="272" y="82"/>
                    <a:pt x="263" y="82"/>
                  </a:cubicBezTo>
                  <a:close/>
                  <a:moveTo>
                    <a:pt x="263" y="82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</p:grpSp>
      <p:sp>
        <p:nvSpPr>
          <p:cNvPr id="14" name="图形"/>
          <p:cNvSpPr/>
          <p:nvPr/>
        </p:nvSpPr>
        <p:spPr>
          <a:xfrm rot="19080000">
            <a:off x="1165860" y="1983105"/>
            <a:ext cx="993140" cy="993140"/>
          </a:xfrm>
          <a:prstGeom prst="ellipse">
            <a:avLst/>
          </a:prstGeom>
          <a:gradFill>
            <a:gsLst>
              <a:gs pos="0">
                <a:srgbClr val="FCEE02"/>
              </a:gs>
              <a:gs pos="87000">
                <a:srgbClr val="3F9EFE">
                  <a:alpha val="0"/>
                </a:srgbClr>
              </a:gs>
            </a:gsLst>
            <a:lin ang="5400000" scaled="0"/>
          </a:gradFill>
          <a:ln w="12700">
            <a:noFill/>
            <a:prstDash val="solid"/>
            <a:miter lim="800000"/>
          </a:ln>
          <a:effectLst>
            <a:outerShdw blurRad="50800" dist="38100" dir="5400000" algn="t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grpSp>
        <p:nvGrpSpPr>
          <p:cNvPr id="15" name="图形"/>
          <p:cNvGrpSpPr/>
          <p:nvPr/>
        </p:nvGrpSpPr>
        <p:grpSpPr>
          <a:xfrm flipV="1">
            <a:off x="2134870" y="6246495"/>
            <a:ext cx="7993380" cy="76200"/>
            <a:chOff x="2151" y="9388"/>
            <a:chExt cx="15996" cy="120"/>
          </a:xfrm>
        </p:grpSpPr>
        <p:sp>
          <p:nvSpPr>
            <p:cNvPr id="16" name="图形"/>
            <p:cNvSpPr/>
            <p:nvPr/>
          </p:nvSpPr>
          <p:spPr>
            <a:xfrm flipH="1">
              <a:off x="6120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7" name="图形"/>
            <p:cNvSpPr/>
            <p:nvPr/>
          </p:nvSpPr>
          <p:spPr>
            <a:xfrm flipH="1">
              <a:off x="7443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8" name="图形"/>
            <p:cNvSpPr/>
            <p:nvPr/>
          </p:nvSpPr>
          <p:spPr>
            <a:xfrm flipH="1">
              <a:off x="8766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9" name="图形"/>
            <p:cNvSpPr/>
            <p:nvPr/>
          </p:nvSpPr>
          <p:spPr>
            <a:xfrm flipH="1">
              <a:off x="10089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0" name="图形"/>
            <p:cNvSpPr/>
            <p:nvPr/>
          </p:nvSpPr>
          <p:spPr>
            <a:xfrm flipH="1">
              <a:off x="11412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1" name="图形"/>
            <p:cNvSpPr/>
            <p:nvPr/>
          </p:nvSpPr>
          <p:spPr>
            <a:xfrm flipH="1">
              <a:off x="12735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2" name="图形"/>
            <p:cNvSpPr/>
            <p:nvPr/>
          </p:nvSpPr>
          <p:spPr>
            <a:xfrm flipH="1">
              <a:off x="14058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3" name="图形"/>
            <p:cNvSpPr/>
            <p:nvPr/>
          </p:nvSpPr>
          <p:spPr>
            <a:xfrm flipH="1">
              <a:off x="15381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4" name="图形"/>
            <p:cNvSpPr/>
            <p:nvPr/>
          </p:nvSpPr>
          <p:spPr>
            <a:xfrm flipH="1">
              <a:off x="16704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5" name="图形"/>
            <p:cNvSpPr/>
            <p:nvPr/>
          </p:nvSpPr>
          <p:spPr>
            <a:xfrm flipH="1">
              <a:off x="18027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6" name="图形"/>
            <p:cNvSpPr/>
            <p:nvPr/>
          </p:nvSpPr>
          <p:spPr>
            <a:xfrm flipH="1">
              <a:off x="2151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7" name="图形"/>
            <p:cNvSpPr/>
            <p:nvPr/>
          </p:nvSpPr>
          <p:spPr>
            <a:xfrm flipH="1">
              <a:off x="3474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28" name="图形"/>
            <p:cNvSpPr/>
            <p:nvPr/>
          </p:nvSpPr>
          <p:spPr>
            <a:xfrm flipH="1">
              <a:off x="4797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形"/>
          <p:cNvPicPr>
            <a:picLocks noChangeAspect="1"/>
          </p:cNvPicPr>
          <p:nvPr/>
        </p:nvPicPr>
        <p:blipFill>
          <a:blip r:embed="rId2">
            <a:lum/>
            <a:extLst>
              <a:ext uri="">
                <a14:imgProps xmlns:mc="http://schemas.openxmlformats.org/markup-compatibility/2006" xmlns:asvg="http://schemas.microsoft.com/office/drawing/2016/SVG/main" xmlns:a14="http://schemas.microsoft.com/office/drawing/2010/main" xmlns=""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t="7773" b="7773"/>
          <a:stretch/>
        </p:blipFill>
        <p:spPr>
          <a:xfrm flipH="1">
            <a:off x="0" y="0"/>
            <a:ext cx="12190730" cy="6857365"/>
          </a:xfrm>
          <a:prstGeom prst="rect">
            <a:avLst/>
          </a:prstGeom>
        </p:spPr>
      </p:pic>
      <p:sp>
        <p:nvSpPr>
          <p:cNvPr id="31" name="图形"/>
          <p:cNvSpPr/>
          <p:nvPr/>
        </p:nvSpPr>
        <p:spPr>
          <a:xfrm>
            <a:off x="375285" y="299085"/>
            <a:ext cx="11442065" cy="625983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sp>
        <p:nvSpPr>
          <p:cNvPr id="32" name="图形"/>
          <p:cNvSpPr/>
          <p:nvPr/>
        </p:nvSpPr>
        <p:spPr>
          <a:xfrm rot="16200000">
            <a:off x="1419860" y="2110105"/>
            <a:ext cx="1973580" cy="1973580"/>
          </a:xfrm>
          <a:prstGeom prst="arc">
            <a:avLst>
              <a:gd name="adj1" fmla="val 12888505"/>
              <a:gd name="adj2" fmla="val 20439601"/>
            </a:avLst>
          </a:prstGeom>
          <a:noFill/>
          <a:ln w="22225" cap="flat">
            <a:gradFill flip="none" rotWithShape="1">
              <a:gsLst>
                <a:gs pos="0">
                  <a:srgbClr val="57E3F3"/>
                </a:gs>
                <a:gs pos="100000">
                  <a:srgbClr val="ECCC48"/>
                </a:gs>
              </a:gsLst>
              <a:lin ang="5400000" scaled="1"/>
            </a:gradFill>
            <a:prstDash val="solid"/>
            <a:miter lim="800000"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 sz="7200" strike="noStrike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sp>
        <p:nvSpPr>
          <p:cNvPr id="33" name="图形"/>
          <p:cNvSpPr/>
          <p:nvPr/>
        </p:nvSpPr>
        <p:spPr>
          <a:xfrm rot="16200000">
            <a:off x="3853815" y="2110105"/>
            <a:ext cx="1973580" cy="1973580"/>
          </a:xfrm>
          <a:prstGeom prst="arc">
            <a:avLst>
              <a:gd name="adj1" fmla="val 12888505"/>
              <a:gd name="adj2" fmla="val 20439601"/>
            </a:avLst>
          </a:prstGeom>
          <a:noFill/>
          <a:ln w="22225" cap="flat">
            <a:gradFill flip="none" rotWithShape="1">
              <a:gsLst>
                <a:gs pos="0">
                  <a:srgbClr val="57E3F3"/>
                </a:gs>
                <a:gs pos="100000">
                  <a:srgbClr val="ECCC48"/>
                </a:gs>
              </a:gsLst>
              <a:lin ang="5400000" scaled="1"/>
            </a:gradFill>
            <a:prstDash val="solid"/>
            <a:miter lim="800000"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 sz="7200" strike="noStrike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sp>
        <p:nvSpPr>
          <p:cNvPr id="34" name="图形"/>
          <p:cNvSpPr/>
          <p:nvPr/>
        </p:nvSpPr>
        <p:spPr>
          <a:xfrm rot="16200000">
            <a:off x="6287770" y="2110105"/>
            <a:ext cx="1973580" cy="1973580"/>
          </a:xfrm>
          <a:prstGeom prst="arc">
            <a:avLst>
              <a:gd name="adj1" fmla="val 12888505"/>
              <a:gd name="adj2" fmla="val 20439601"/>
            </a:avLst>
          </a:prstGeom>
          <a:noFill/>
          <a:ln w="22225" cap="flat">
            <a:gradFill flip="none" rotWithShape="1">
              <a:gsLst>
                <a:gs pos="0">
                  <a:srgbClr val="57E3F3"/>
                </a:gs>
                <a:gs pos="100000">
                  <a:srgbClr val="ECCC48"/>
                </a:gs>
              </a:gsLst>
              <a:lin ang="5400000" scaled="1"/>
            </a:gradFill>
            <a:prstDash val="solid"/>
            <a:miter lim="800000"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 sz="7200" strike="noStrike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sp>
        <p:nvSpPr>
          <p:cNvPr id="35" name="图形"/>
          <p:cNvSpPr/>
          <p:nvPr/>
        </p:nvSpPr>
        <p:spPr>
          <a:xfrm rot="16200000">
            <a:off x="8721725" y="2110105"/>
            <a:ext cx="1973580" cy="1973580"/>
          </a:xfrm>
          <a:prstGeom prst="arc">
            <a:avLst>
              <a:gd name="adj1" fmla="val 12888505"/>
              <a:gd name="adj2" fmla="val 20439601"/>
            </a:avLst>
          </a:prstGeom>
          <a:noFill/>
          <a:ln w="22225" cap="flat">
            <a:gradFill flip="none" rotWithShape="1">
              <a:gsLst>
                <a:gs pos="0">
                  <a:srgbClr val="57E3F3"/>
                </a:gs>
                <a:gs pos="100000">
                  <a:srgbClr val="ECCC48"/>
                </a:gs>
              </a:gsLst>
              <a:lin ang="5400000" scaled="1"/>
            </a:gradFill>
            <a:prstDash val="solid"/>
            <a:miter lim="800000"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 sz="7200" strike="noStrike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grpSp>
        <p:nvGrpSpPr>
          <p:cNvPr id="36" name="图形"/>
          <p:cNvGrpSpPr/>
          <p:nvPr/>
        </p:nvGrpSpPr>
        <p:grpSpPr>
          <a:xfrm>
            <a:off x="4277995" y="2541905"/>
            <a:ext cx="1109980" cy="1109980"/>
            <a:chOff x="4491407" y="3046957"/>
            <a:chExt cx="1159887" cy="1159887"/>
          </a:xfrm>
        </p:grpSpPr>
        <p:sp>
          <p:nvSpPr>
            <p:cNvPr id="37" name="图形"/>
            <p:cNvSpPr/>
            <p:nvPr/>
          </p:nvSpPr>
          <p:spPr>
            <a:xfrm>
              <a:off x="4491407" y="3046957"/>
              <a:ext cx="1159887" cy="1159887"/>
            </a:xfrm>
            <a:prstGeom prst="ellipse">
              <a:avLst/>
            </a:prstGeom>
            <a:gradFill>
              <a:gsLst>
                <a:gs pos="0">
                  <a:srgbClr val="F6DE3F"/>
                </a:gs>
                <a:gs pos="100000">
                  <a:srgbClr val="EDCC46"/>
                </a:gs>
              </a:gsLst>
              <a:lin ang="5400000" scaled="0"/>
            </a:gradFill>
            <a:ln w="12700">
              <a:noFill/>
              <a:prstDash val="solid"/>
              <a:miter lim="800000"/>
            </a:ln>
          </p:spPr>
          <p:txBody>
            <a:bodyPr anchor="ctr"/>
            <a:lstStyle>
              <a:lvl1pPr marL="0" lvl="0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1pPr>
              <a:lvl2pPr marL="457200" lvl="1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2pPr>
              <a:lvl3pPr marL="914400" lvl="2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3pPr>
              <a:lvl4pPr marL="1371600" lvl="3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4pPr>
              <a:lvl5pPr marL="1828800" lvl="4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5pPr>
              <a:lvl6pPr marL="2286000" lvl="5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6pPr>
              <a:lvl7pPr marL="2743200" lvl="6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7pPr>
              <a:lvl8pPr marL="3200400" lvl="7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8pPr>
              <a:lvl9pPr marL="3657600" lvl="8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8" name="图形"/>
            <p:cNvSpPr>
              <a:spLocks noEditPoints="1"/>
            </p:cNvSpPr>
            <p:nvPr/>
          </p:nvSpPr>
          <p:spPr>
            <a:xfrm>
              <a:off x="4800684" y="3429000"/>
              <a:ext cx="586348" cy="457638"/>
            </a:xfrm>
            <a:custGeom>
              <a:avLst/>
              <a:gdLst/>
              <a:ahLst/>
              <a:cxnLst/>
              <a:rect l="0" t="0" r="r" b="b"/>
              <a:pathLst>
                <a:path w="586348" h="457638">
                  <a:moveTo>
                    <a:pt x="13531" y="250236"/>
                  </a:moveTo>
                  <a:cubicBezTo>
                    <a:pt x="63145" y="238964"/>
                    <a:pt x="63145" y="238964"/>
                    <a:pt x="63145" y="238964"/>
                  </a:cubicBezTo>
                  <a:cubicBezTo>
                    <a:pt x="63145" y="232201"/>
                    <a:pt x="63145" y="232201"/>
                    <a:pt x="63145" y="232201"/>
                  </a:cubicBezTo>
                  <a:cubicBezTo>
                    <a:pt x="63145" y="218674"/>
                    <a:pt x="72166" y="207402"/>
                    <a:pt x="85697" y="202894"/>
                  </a:cubicBezTo>
                  <a:cubicBezTo>
                    <a:pt x="90207" y="157806"/>
                    <a:pt x="108249" y="121736"/>
                    <a:pt x="133056" y="92429"/>
                  </a:cubicBezTo>
                  <a:cubicBezTo>
                    <a:pt x="115014" y="78903"/>
                    <a:pt x="115014" y="78903"/>
                    <a:pt x="115014" y="78903"/>
                  </a:cubicBezTo>
                  <a:cubicBezTo>
                    <a:pt x="137566" y="54105"/>
                    <a:pt x="164628" y="33816"/>
                    <a:pt x="196201" y="20289"/>
                  </a:cubicBezTo>
                  <a:cubicBezTo>
                    <a:pt x="227774" y="6763"/>
                    <a:pt x="261601" y="0"/>
                    <a:pt x="295429" y="0"/>
                  </a:cubicBezTo>
                  <a:cubicBezTo>
                    <a:pt x="324747" y="0"/>
                    <a:pt x="358574" y="6763"/>
                    <a:pt x="390147" y="20289"/>
                  </a:cubicBezTo>
                  <a:cubicBezTo>
                    <a:pt x="417209" y="33816"/>
                    <a:pt x="444271" y="51851"/>
                    <a:pt x="466823" y="76649"/>
                  </a:cubicBezTo>
                  <a:cubicBezTo>
                    <a:pt x="453292" y="90175"/>
                    <a:pt x="453292" y="90175"/>
                    <a:pt x="453292" y="90175"/>
                  </a:cubicBezTo>
                  <a:cubicBezTo>
                    <a:pt x="480354" y="119482"/>
                    <a:pt x="500651" y="157806"/>
                    <a:pt x="507417" y="205148"/>
                  </a:cubicBezTo>
                  <a:cubicBezTo>
                    <a:pt x="516437" y="209657"/>
                    <a:pt x="523203" y="220929"/>
                    <a:pt x="523203" y="232201"/>
                  </a:cubicBezTo>
                  <a:cubicBezTo>
                    <a:pt x="523203" y="238964"/>
                    <a:pt x="523203" y="238964"/>
                    <a:pt x="523203" y="238964"/>
                  </a:cubicBezTo>
                  <a:cubicBezTo>
                    <a:pt x="572817" y="250236"/>
                    <a:pt x="572817" y="250236"/>
                    <a:pt x="572817" y="250236"/>
                  </a:cubicBezTo>
                  <a:cubicBezTo>
                    <a:pt x="586348" y="299832"/>
                    <a:pt x="586348" y="349428"/>
                    <a:pt x="572817" y="399024"/>
                  </a:cubicBezTo>
                  <a:cubicBezTo>
                    <a:pt x="523203" y="414805"/>
                    <a:pt x="523203" y="414805"/>
                    <a:pt x="523203" y="414805"/>
                  </a:cubicBezTo>
                  <a:cubicBezTo>
                    <a:pt x="523203" y="426077"/>
                    <a:pt x="523203" y="426077"/>
                    <a:pt x="523203" y="426077"/>
                  </a:cubicBezTo>
                  <a:cubicBezTo>
                    <a:pt x="523203" y="444112"/>
                    <a:pt x="511927" y="457638"/>
                    <a:pt x="493885" y="457638"/>
                  </a:cubicBezTo>
                  <a:cubicBezTo>
                    <a:pt x="493885" y="457638"/>
                    <a:pt x="493885" y="457638"/>
                    <a:pt x="493885" y="457638"/>
                  </a:cubicBezTo>
                  <a:cubicBezTo>
                    <a:pt x="478099" y="457638"/>
                    <a:pt x="464568" y="444112"/>
                    <a:pt x="464568" y="426077"/>
                  </a:cubicBezTo>
                  <a:cubicBezTo>
                    <a:pt x="464568" y="232201"/>
                    <a:pt x="464568" y="232201"/>
                    <a:pt x="464568" y="232201"/>
                  </a:cubicBezTo>
                  <a:cubicBezTo>
                    <a:pt x="464568" y="223183"/>
                    <a:pt x="469078" y="214166"/>
                    <a:pt x="475844" y="209657"/>
                  </a:cubicBezTo>
                  <a:cubicBezTo>
                    <a:pt x="469078" y="169078"/>
                    <a:pt x="451037" y="137517"/>
                    <a:pt x="428485" y="112719"/>
                  </a:cubicBezTo>
                  <a:cubicBezTo>
                    <a:pt x="414954" y="126245"/>
                    <a:pt x="414954" y="126245"/>
                    <a:pt x="414954" y="126245"/>
                  </a:cubicBezTo>
                  <a:cubicBezTo>
                    <a:pt x="399168" y="110464"/>
                    <a:pt x="378871" y="96938"/>
                    <a:pt x="358574" y="87921"/>
                  </a:cubicBezTo>
                  <a:cubicBezTo>
                    <a:pt x="338278" y="78903"/>
                    <a:pt x="313471" y="74394"/>
                    <a:pt x="293174" y="72140"/>
                  </a:cubicBezTo>
                  <a:cubicBezTo>
                    <a:pt x="270622" y="72140"/>
                    <a:pt x="248070" y="76649"/>
                    <a:pt x="225518" y="87921"/>
                  </a:cubicBezTo>
                  <a:cubicBezTo>
                    <a:pt x="205222" y="96938"/>
                    <a:pt x="187180" y="110464"/>
                    <a:pt x="171394" y="126245"/>
                  </a:cubicBezTo>
                  <a:cubicBezTo>
                    <a:pt x="157863" y="114973"/>
                    <a:pt x="157863" y="114973"/>
                    <a:pt x="157863" y="114973"/>
                  </a:cubicBezTo>
                  <a:cubicBezTo>
                    <a:pt x="135311" y="139771"/>
                    <a:pt x="119525" y="173587"/>
                    <a:pt x="117270" y="216420"/>
                  </a:cubicBezTo>
                  <a:cubicBezTo>
                    <a:pt x="119525" y="220929"/>
                    <a:pt x="121780" y="225437"/>
                    <a:pt x="121780" y="232201"/>
                  </a:cubicBezTo>
                  <a:cubicBezTo>
                    <a:pt x="121780" y="426077"/>
                    <a:pt x="121780" y="426077"/>
                    <a:pt x="121780" y="426077"/>
                  </a:cubicBezTo>
                  <a:cubicBezTo>
                    <a:pt x="121780" y="444112"/>
                    <a:pt x="108249" y="457638"/>
                    <a:pt x="92463" y="457638"/>
                  </a:cubicBezTo>
                  <a:cubicBezTo>
                    <a:pt x="92463" y="457638"/>
                    <a:pt x="92463" y="457638"/>
                    <a:pt x="92463" y="457638"/>
                  </a:cubicBezTo>
                  <a:cubicBezTo>
                    <a:pt x="76676" y="457638"/>
                    <a:pt x="63145" y="444112"/>
                    <a:pt x="63145" y="426077"/>
                  </a:cubicBezTo>
                  <a:cubicBezTo>
                    <a:pt x="63145" y="414805"/>
                    <a:pt x="63145" y="414805"/>
                    <a:pt x="63145" y="414805"/>
                  </a:cubicBezTo>
                  <a:cubicBezTo>
                    <a:pt x="13531" y="399024"/>
                    <a:pt x="13531" y="399024"/>
                    <a:pt x="13531" y="399024"/>
                  </a:cubicBezTo>
                  <a:cubicBezTo>
                    <a:pt x="0" y="349428"/>
                    <a:pt x="0" y="299832"/>
                    <a:pt x="13531" y="250236"/>
                  </a:cubicBezTo>
                  <a:close/>
                  <a:moveTo>
                    <a:pt x="453292" y="254744"/>
                  </a:moveTo>
                  <a:cubicBezTo>
                    <a:pt x="437506" y="270525"/>
                    <a:pt x="437506" y="270525"/>
                    <a:pt x="437506" y="270525"/>
                  </a:cubicBezTo>
                  <a:cubicBezTo>
                    <a:pt x="437506" y="385498"/>
                    <a:pt x="437506" y="385498"/>
                    <a:pt x="437506" y="385498"/>
                  </a:cubicBezTo>
                  <a:cubicBezTo>
                    <a:pt x="453292" y="399024"/>
                    <a:pt x="453292" y="399024"/>
                    <a:pt x="453292" y="399024"/>
                  </a:cubicBezTo>
                  <a:cubicBezTo>
                    <a:pt x="453292" y="254744"/>
                    <a:pt x="453292" y="254744"/>
                    <a:pt x="453292" y="254744"/>
                  </a:cubicBezTo>
                  <a:close/>
                  <a:moveTo>
                    <a:pt x="135311" y="254744"/>
                  </a:moveTo>
                  <a:cubicBezTo>
                    <a:pt x="135311" y="399024"/>
                    <a:pt x="135311" y="399024"/>
                    <a:pt x="135311" y="399024"/>
                  </a:cubicBezTo>
                  <a:cubicBezTo>
                    <a:pt x="148842" y="385498"/>
                    <a:pt x="148842" y="385498"/>
                    <a:pt x="148842" y="385498"/>
                  </a:cubicBezTo>
                  <a:cubicBezTo>
                    <a:pt x="148842" y="270525"/>
                    <a:pt x="148842" y="270525"/>
                    <a:pt x="148842" y="270525"/>
                  </a:cubicBezTo>
                  <a:lnTo>
                    <a:pt x="135311" y="2547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/>
            <a:lstStyle/>
            <a:p>
              <a:pPr>
                <a:lnSpc>
                  <a:spcPct val="130000"/>
                </a:lnSpc>
              </a:pPr>
              <a:endParaRPr 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39" name="图形"/>
          <p:cNvGrpSpPr/>
          <p:nvPr/>
        </p:nvGrpSpPr>
        <p:grpSpPr>
          <a:xfrm>
            <a:off x="9160510" y="2541905"/>
            <a:ext cx="1109980" cy="1109980"/>
            <a:chOff x="8488095" y="3118965"/>
            <a:chExt cx="1159887" cy="1159887"/>
          </a:xfrm>
        </p:grpSpPr>
        <p:sp>
          <p:nvSpPr>
            <p:cNvPr id="40" name="图形"/>
            <p:cNvSpPr/>
            <p:nvPr/>
          </p:nvSpPr>
          <p:spPr>
            <a:xfrm>
              <a:off x="8488095" y="3118965"/>
              <a:ext cx="1159887" cy="1159887"/>
            </a:xfrm>
            <a:prstGeom prst="ellipse">
              <a:avLst/>
            </a:prstGeom>
            <a:gradFill>
              <a:gsLst>
                <a:gs pos="0">
                  <a:srgbClr val="F6DE3F"/>
                </a:gs>
                <a:gs pos="100000">
                  <a:srgbClr val="EDCC46"/>
                </a:gs>
              </a:gsLst>
              <a:lin ang="5400000" scaled="0"/>
            </a:gradFill>
            <a:ln w="12700">
              <a:noFill/>
              <a:prstDash val="solid"/>
              <a:miter lim="800000"/>
            </a:ln>
          </p:spPr>
          <p:txBody>
            <a:bodyPr anchor="ctr"/>
            <a:lstStyle>
              <a:lvl1pPr marL="0" lvl="0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1pPr>
              <a:lvl2pPr marL="457200" lvl="1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2pPr>
              <a:lvl3pPr marL="914400" lvl="2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3pPr>
              <a:lvl4pPr marL="1371600" lvl="3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4pPr>
              <a:lvl5pPr marL="1828800" lvl="4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5pPr>
              <a:lvl6pPr marL="2286000" lvl="5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6pPr>
              <a:lvl7pPr marL="2743200" lvl="6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7pPr>
              <a:lvl8pPr marL="3200400" lvl="7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8pPr>
              <a:lvl9pPr marL="3657600" lvl="8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1" name="图形"/>
            <p:cNvSpPr>
              <a:spLocks noEditPoints="1"/>
            </p:cNvSpPr>
            <p:nvPr/>
          </p:nvSpPr>
          <p:spPr>
            <a:xfrm>
              <a:off x="8810126" y="3479389"/>
              <a:ext cx="579676" cy="404248"/>
            </a:xfrm>
            <a:custGeom>
              <a:avLst/>
              <a:gdLst/>
              <a:ahLst/>
              <a:cxnLst/>
              <a:rect l="0" t="0" r="r" b="b"/>
              <a:pathLst>
                <a:path w="579676" h="404248">
                  <a:moveTo>
                    <a:pt x="108266" y="0"/>
                  </a:moveTo>
                  <a:cubicBezTo>
                    <a:pt x="478176" y="0"/>
                    <a:pt x="478176" y="0"/>
                    <a:pt x="478176" y="0"/>
                  </a:cubicBezTo>
                  <a:cubicBezTo>
                    <a:pt x="507498" y="0"/>
                    <a:pt x="530054" y="22584"/>
                    <a:pt x="530054" y="51942"/>
                  </a:cubicBezTo>
                  <a:cubicBezTo>
                    <a:pt x="530054" y="309397"/>
                    <a:pt x="530054" y="309397"/>
                    <a:pt x="530054" y="309397"/>
                  </a:cubicBezTo>
                  <a:cubicBezTo>
                    <a:pt x="56389" y="309397"/>
                    <a:pt x="56389" y="309397"/>
                    <a:pt x="56389" y="309397"/>
                  </a:cubicBezTo>
                  <a:cubicBezTo>
                    <a:pt x="56389" y="51942"/>
                    <a:pt x="56389" y="51942"/>
                    <a:pt x="56389" y="51942"/>
                  </a:cubicBezTo>
                  <a:cubicBezTo>
                    <a:pt x="56389" y="22584"/>
                    <a:pt x="78944" y="0"/>
                    <a:pt x="108266" y="0"/>
                  </a:cubicBezTo>
                  <a:close/>
                  <a:moveTo>
                    <a:pt x="144355" y="189703"/>
                  </a:moveTo>
                  <a:cubicBezTo>
                    <a:pt x="144355" y="212287"/>
                    <a:pt x="144355" y="212287"/>
                    <a:pt x="144355" y="212287"/>
                  </a:cubicBezTo>
                  <a:cubicBezTo>
                    <a:pt x="309010" y="212287"/>
                    <a:pt x="309010" y="212287"/>
                    <a:pt x="309010" y="212287"/>
                  </a:cubicBezTo>
                  <a:cubicBezTo>
                    <a:pt x="309010" y="189703"/>
                    <a:pt x="309010" y="189703"/>
                    <a:pt x="309010" y="189703"/>
                  </a:cubicBezTo>
                  <a:cubicBezTo>
                    <a:pt x="144355" y="189703"/>
                    <a:pt x="144355" y="189703"/>
                    <a:pt x="144355" y="189703"/>
                  </a:cubicBezTo>
                  <a:close/>
                  <a:moveTo>
                    <a:pt x="144355" y="135502"/>
                  </a:moveTo>
                  <a:cubicBezTo>
                    <a:pt x="144355" y="158086"/>
                    <a:pt x="144355" y="158086"/>
                    <a:pt x="144355" y="158086"/>
                  </a:cubicBezTo>
                  <a:cubicBezTo>
                    <a:pt x="275177" y="158086"/>
                    <a:pt x="275177" y="158086"/>
                    <a:pt x="275177" y="158086"/>
                  </a:cubicBezTo>
                  <a:cubicBezTo>
                    <a:pt x="275177" y="135502"/>
                    <a:pt x="275177" y="135502"/>
                    <a:pt x="275177" y="135502"/>
                  </a:cubicBezTo>
                  <a:cubicBezTo>
                    <a:pt x="144355" y="135502"/>
                    <a:pt x="144355" y="135502"/>
                    <a:pt x="144355" y="135502"/>
                  </a:cubicBezTo>
                  <a:close/>
                  <a:moveTo>
                    <a:pt x="144355" y="83560"/>
                  </a:moveTo>
                  <a:cubicBezTo>
                    <a:pt x="144355" y="103885"/>
                    <a:pt x="144355" y="103885"/>
                    <a:pt x="144355" y="103885"/>
                  </a:cubicBezTo>
                  <a:cubicBezTo>
                    <a:pt x="309010" y="103885"/>
                    <a:pt x="309010" y="103885"/>
                    <a:pt x="309010" y="103885"/>
                  </a:cubicBezTo>
                  <a:cubicBezTo>
                    <a:pt x="309010" y="83560"/>
                    <a:pt x="309010" y="83560"/>
                    <a:pt x="309010" y="83560"/>
                  </a:cubicBezTo>
                  <a:cubicBezTo>
                    <a:pt x="144355" y="83560"/>
                    <a:pt x="144355" y="83560"/>
                    <a:pt x="144355" y="83560"/>
                  </a:cubicBezTo>
                  <a:close/>
                  <a:moveTo>
                    <a:pt x="329310" y="151311"/>
                  </a:moveTo>
                  <a:cubicBezTo>
                    <a:pt x="374421" y="223579"/>
                    <a:pt x="374421" y="223579"/>
                    <a:pt x="374421" y="223579"/>
                  </a:cubicBezTo>
                  <a:cubicBezTo>
                    <a:pt x="387954" y="200995"/>
                    <a:pt x="387954" y="200995"/>
                    <a:pt x="387954" y="200995"/>
                  </a:cubicBezTo>
                  <a:cubicBezTo>
                    <a:pt x="426299" y="225837"/>
                    <a:pt x="426299" y="225837"/>
                    <a:pt x="426299" y="225837"/>
                  </a:cubicBezTo>
                  <a:cubicBezTo>
                    <a:pt x="439832" y="203253"/>
                    <a:pt x="439832" y="203253"/>
                    <a:pt x="439832" y="203253"/>
                  </a:cubicBezTo>
                  <a:cubicBezTo>
                    <a:pt x="401488" y="178411"/>
                    <a:pt x="401488" y="178411"/>
                    <a:pt x="401488" y="178411"/>
                  </a:cubicBezTo>
                  <a:cubicBezTo>
                    <a:pt x="415021" y="158086"/>
                    <a:pt x="415021" y="158086"/>
                    <a:pt x="415021" y="158086"/>
                  </a:cubicBezTo>
                  <a:cubicBezTo>
                    <a:pt x="329310" y="151311"/>
                    <a:pt x="329310" y="151311"/>
                    <a:pt x="329310" y="151311"/>
                  </a:cubicBezTo>
                  <a:close/>
                  <a:moveTo>
                    <a:pt x="0" y="329722"/>
                  </a:moveTo>
                  <a:cubicBezTo>
                    <a:pt x="579676" y="329722"/>
                    <a:pt x="579676" y="329722"/>
                    <a:pt x="579676" y="329722"/>
                  </a:cubicBezTo>
                  <a:cubicBezTo>
                    <a:pt x="579676" y="388439"/>
                    <a:pt x="579676" y="388439"/>
                    <a:pt x="579676" y="388439"/>
                  </a:cubicBezTo>
                  <a:cubicBezTo>
                    <a:pt x="561632" y="404248"/>
                    <a:pt x="561632" y="404248"/>
                    <a:pt x="561632" y="404248"/>
                  </a:cubicBezTo>
                  <a:cubicBezTo>
                    <a:pt x="15789" y="404248"/>
                    <a:pt x="15789" y="404248"/>
                    <a:pt x="15789" y="404248"/>
                  </a:cubicBezTo>
                  <a:cubicBezTo>
                    <a:pt x="0" y="388439"/>
                    <a:pt x="0" y="388439"/>
                    <a:pt x="0" y="388439"/>
                  </a:cubicBezTo>
                  <a:cubicBezTo>
                    <a:pt x="0" y="329722"/>
                    <a:pt x="0" y="329722"/>
                    <a:pt x="0" y="329722"/>
                  </a:cubicBezTo>
                  <a:close/>
                  <a:moveTo>
                    <a:pt x="38344" y="350047"/>
                  </a:moveTo>
                  <a:cubicBezTo>
                    <a:pt x="38344" y="368114"/>
                    <a:pt x="38344" y="368114"/>
                    <a:pt x="38344" y="368114"/>
                  </a:cubicBezTo>
                  <a:cubicBezTo>
                    <a:pt x="87966" y="368114"/>
                    <a:pt x="87966" y="368114"/>
                    <a:pt x="87966" y="368114"/>
                  </a:cubicBezTo>
                  <a:cubicBezTo>
                    <a:pt x="87966" y="350047"/>
                    <a:pt x="87966" y="350047"/>
                    <a:pt x="87966" y="350047"/>
                  </a:cubicBezTo>
                  <a:cubicBezTo>
                    <a:pt x="38344" y="350047"/>
                    <a:pt x="38344" y="350047"/>
                    <a:pt x="38344" y="350047"/>
                  </a:cubicBezTo>
                  <a:close/>
                  <a:moveTo>
                    <a:pt x="496221" y="350047"/>
                  </a:moveTo>
                  <a:cubicBezTo>
                    <a:pt x="496221" y="368114"/>
                    <a:pt x="496221" y="368114"/>
                    <a:pt x="496221" y="368114"/>
                  </a:cubicBezTo>
                  <a:cubicBezTo>
                    <a:pt x="545843" y="368114"/>
                    <a:pt x="545843" y="368114"/>
                    <a:pt x="545843" y="368114"/>
                  </a:cubicBezTo>
                  <a:cubicBezTo>
                    <a:pt x="545843" y="350047"/>
                    <a:pt x="545843" y="350047"/>
                    <a:pt x="545843" y="350047"/>
                  </a:cubicBezTo>
                  <a:cubicBezTo>
                    <a:pt x="496221" y="350047"/>
                    <a:pt x="496221" y="350047"/>
                    <a:pt x="496221" y="350047"/>
                  </a:cubicBezTo>
                  <a:close/>
                  <a:moveTo>
                    <a:pt x="110522" y="350047"/>
                  </a:moveTo>
                  <a:cubicBezTo>
                    <a:pt x="110522" y="368114"/>
                    <a:pt x="110522" y="368114"/>
                    <a:pt x="110522" y="368114"/>
                  </a:cubicBezTo>
                  <a:cubicBezTo>
                    <a:pt x="160144" y="368114"/>
                    <a:pt x="160144" y="368114"/>
                    <a:pt x="160144" y="368114"/>
                  </a:cubicBezTo>
                  <a:cubicBezTo>
                    <a:pt x="160144" y="350047"/>
                    <a:pt x="160144" y="350047"/>
                    <a:pt x="160144" y="350047"/>
                  </a:cubicBezTo>
                  <a:cubicBezTo>
                    <a:pt x="110522" y="350047"/>
                    <a:pt x="110522" y="350047"/>
                    <a:pt x="110522" y="350047"/>
                  </a:cubicBezTo>
                  <a:close/>
                  <a:moveTo>
                    <a:pt x="108266" y="47426"/>
                  </a:moveTo>
                  <a:cubicBezTo>
                    <a:pt x="108266" y="261971"/>
                    <a:pt x="108266" y="261971"/>
                    <a:pt x="108266" y="261971"/>
                  </a:cubicBezTo>
                  <a:cubicBezTo>
                    <a:pt x="480432" y="261971"/>
                    <a:pt x="480432" y="261971"/>
                    <a:pt x="480432" y="261971"/>
                  </a:cubicBezTo>
                  <a:cubicBezTo>
                    <a:pt x="480432" y="47426"/>
                    <a:pt x="480432" y="47426"/>
                    <a:pt x="480432" y="47426"/>
                  </a:cubicBezTo>
                  <a:lnTo>
                    <a:pt x="108266" y="474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/>
            <a:lstStyle/>
            <a:p>
              <a:pPr>
                <a:lnSpc>
                  <a:spcPct val="130000"/>
                </a:lnSpc>
              </a:pPr>
              <a:endParaRPr 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2" name="图形"/>
          <p:cNvGrpSpPr/>
          <p:nvPr/>
        </p:nvGrpSpPr>
        <p:grpSpPr>
          <a:xfrm>
            <a:off x="1851660" y="2529205"/>
            <a:ext cx="1109980" cy="1109980"/>
            <a:chOff x="2967" y="4083"/>
            <a:chExt cx="1748" cy="1748"/>
          </a:xfrm>
        </p:grpSpPr>
        <p:sp>
          <p:nvSpPr>
            <p:cNvPr id="43" name="图形"/>
            <p:cNvSpPr/>
            <p:nvPr/>
          </p:nvSpPr>
          <p:spPr>
            <a:xfrm>
              <a:off x="2967" y="4083"/>
              <a:ext cx="1749" cy="1748"/>
            </a:xfrm>
            <a:prstGeom prst="ellipse">
              <a:avLst/>
            </a:prstGeom>
            <a:gradFill>
              <a:gsLst>
                <a:gs pos="0">
                  <a:srgbClr val="57E3F3"/>
                </a:gs>
                <a:gs pos="84000">
                  <a:srgbClr val="3F9EFE">
                    <a:alpha val="100000"/>
                  </a:srgbClr>
                </a:gs>
              </a:gsLst>
              <a:lin ang="5400000" scaled="0"/>
            </a:gradFill>
            <a:ln w="12700">
              <a:noFill/>
              <a:prstDash val="solid"/>
              <a:miter lim="800000"/>
            </a:ln>
          </p:spPr>
          <p:txBody>
            <a:bodyPr anchor="ctr"/>
            <a:lstStyle>
              <a:lvl1pPr marL="0" lvl="0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1pPr>
              <a:lvl2pPr marL="457200" lvl="1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2pPr>
              <a:lvl3pPr marL="914400" lvl="2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3pPr>
              <a:lvl4pPr marL="1371600" lvl="3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4pPr>
              <a:lvl5pPr marL="1828800" lvl="4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5pPr>
              <a:lvl6pPr marL="2286000" lvl="5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6pPr>
              <a:lvl7pPr marL="2743200" lvl="6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7pPr>
              <a:lvl8pPr marL="3200400" lvl="7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8pPr>
              <a:lvl9pPr marL="3657600" lvl="8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pic>
          <p:nvPicPr>
            <p:cNvPr id="44" name="图形"/>
            <p:cNvPicPr>
              <a:picLocks noChangeAspect="1"/>
            </p:cNvPicPr>
            <p:nvPr/>
          </p:nvPicPr>
          <p:blipFill>
            <a:blip r:embed="rId3">
              <a:lum/>
              <a:extLst>
                <a:ext uri="{96DAC541-7B7A-43D3-8B79-37D633B846F1}">
                  <asvg:svgBlip xmlns:asvg="http://schemas.microsoft.com/office/drawing/2016/SVG/main" r:embed="rId4"/>
                </a:ext>
                <a:ext uri="">
                  <a14:imgProps xmlns:mc="http://schemas.openxmlformats.org/markup-compatibility/2006" xmlns:asvg="http://schemas.microsoft.com/office/drawing/2016/SVG/main"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3458" y="4606"/>
              <a:ext cx="794" cy="794"/>
            </a:xfrm>
            <a:prstGeom prst="rect">
              <a:avLst/>
            </a:prstGeom>
          </p:spPr>
        </p:pic>
      </p:grpSp>
      <p:grpSp>
        <p:nvGrpSpPr>
          <p:cNvPr id="45" name="图形"/>
          <p:cNvGrpSpPr/>
          <p:nvPr/>
        </p:nvGrpSpPr>
        <p:grpSpPr>
          <a:xfrm>
            <a:off x="6720840" y="2541905"/>
            <a:ext cx="1109980" cy="1109980"/>
            <a:chOff x="10635" y="4083"/>
            <a:chExt cx="1748" cy="1748"/>
          </a:xfrm>
        </p:grpSpPr>
        <p:sp>
          <p:nvSpPr>
            <p:cNvPr id="46" name="图形"/>
            <p:cNvSpPr/>
            <p:nvPr/>
          </p:nvSpPr>
          <p:spPr>
            <a:xfrm>
              <a:off x="10635" y="4083"/>
              <a:ext cx="1749" cy="1748"/>
            </a:xfrm>
            <a:prstGeom prst="ellipse">
              <a:avLst/>
            </a:prstGeom>
            <a:gradFill>
              <a:gsLst>
                <a:gs pos="0">
                  <a:srgbClr val="57E3F3"/>
                </a:gs>
                <a:gs pos="84000">
                  <a:srgbClr val="3F9EFE">
                    <a:alpha val="100000"/>
                  </a:srgbClr>
                </a:gs>
              </a:gsLst>
              <a:lin ang="5400000" scaled="0"/>
            </a:gradFill>
            <a:ln w="12700">
              <a:noFill/>
              <a:prstDash val="solid"/>
              <a:miter lim="800000"/>
            </a:ln>
          </p:spPr>
          <p:txBody>
            <a:bodyPr anchor="ctr"/>
            <a:lstStyle>
              <a:lvl1pPr marL="0" lvl="0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1pPr>
              <a:lvl2pPr marL="457200" lvl="1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2pPr>
              <a:lvl3pPr marL="914400" lvl="2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3pPr>
              <a:lvl4pPr marL="1371600" lvl="3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4pPr>
              <a:lvl5pPr marL="1828800" lvl="4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5pPr>
              <a:lvl6pPr marL="2286000" lvl="5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6pPr>
              <a:lvl7pPr marL="2743200" lvl="6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7pPr>
              <a:lvl8pPr marL="3200400" lvl="7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8pPr>
              <a:lvl9pPr marL="3657600" lvl="8" algn="l" defTabSz="914400">
                <a:defRPr sz="1800" kern="1200">
                  <a:solidFill>
                    <a:schemeClr val="lt1"/>
                  </a:solidFill>
                  <a:latin typeface="字魂58号-创中黑"/>
                  <a:ea typeface="字魂58号-创中黑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pic>
          <p:nvPicPr>
            <p:cNvPr id="47" name="图形"/>
            <p:cNvPicPr>
              <a:picLocks noChangeAspect="1"/>
            </p:cNvPicPr>
            <p:nvPr/>
          </p:nvPicPr>
          <p:blipFill>
            <a:blip r:embed="rId5">
              <a:lum/>
              <a:extLst>
                <a:ext uri="{96DAC541-7B7A-43D3-8B79-37D633B846F1}">
                  <asvg:svgBlip xmlns:asvg="http://schemas.microsoft.com/office/drawing/2016/SVG/main" r:embed="rId6"/>
                </a:ext>
                <a:ext uri="">
                  <a14:imgProps xmlns:mc="http://schemas.openxmlformats.org/markup-compatibility/2006" xmlns:asvg="http://schemas.microsoft.com/office/drawing/2016/SVG/main"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1064" y="4473"/>
              <a:ext cx="940" cy="940"/>
            </a:xfrm>
            <a:prstGeom prst="rect">
              <a:avLst/>
            </a:prstGeom>
          </p:spPr>
        </p:pic>
      </p:grpSp>
      <p:sp>
        <p:nvSpPr>
          <p:cNvPr id="48" name="图形"/>
          <p:cNvSpPr/>
          <p:nvPr/>
        </p:nvSpPr>
        <p:spPr>
          <a:xfrm rot="16200000">
            <a:off x="3510280" y="1091565"/>
            <a:ext cx="454025" cy="45402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8000">
                <a:srgbClr val="ECCC48"/>
              </a:gs>
            </a:gsLst>
            <a:lin ang="2700000" scaled="0"/>
          </a:gra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>
              <a:solidFill>
                <a:schemeClr val="lt1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形"/>
          <p:cNvPicPr>
            <a:picLocks noChangeAspect="1"/>
          </p:cNvPicPr>
          <p:nvPr/>
        </p:nvPicPr>
        <p:blipFill>
          <a:blip r:embed="rId2">
            <a:lum/>
            <a:extLst>
              <a:ext uri="">
                <a14:imgProps xmlns:mc="http://schemas.openxmlformats.org/markup-compatibility/2006" xmlns:a14="http://schemas.microsoft.com/office/drawing/2010/main" xmlns=""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t="7773" b="7773"/>
          <a:stretch/>
        </p:blipFill>
        <p:spPr>
          <a:xfrm flipH="1" flipV="1">
            <a:off x="0" y="0"/>
            <a:ext cx="12190730" cy="6857365"/>
          </a:xfrm>
          <a:prstGeom prst="rect">
            <a:avLst/>
          </a:prstGeom>
        </p:spPr>
      </p:pic>
      <p:pic>
        <p:nvPicPr>
          <p:cNvPr id="51" name="图形"/>
          <p:cNvPicPr>
            <a:picLocks noChangeAspect="1"/>
          </p:cNvPicPr>
          <p:nvPr/>
        </p:nvPicPr>
        <p:blipFill>
          <a:blip r:embed="rId3">
            <a:lum/>
            <a:extLst>
              <a:ext uri="">
                <a14:imgProps xmlns:mc="http://schemas.openxmlformats.org/markup-compatibility/2006" xmlns:a14="http://schemas.microsoft.com/office/drawing/2010/main" xmlns=""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tretch/>
        </p:blipFill>
        <p:spPr>
          <a:xfrm>
            <a:off x="2971165" y="241300"/>
            <a:ext cx="6774180" cy="6375400"/>
          </a:xfrm>
          <a:prstGeom prst="rect">
            <a:avLst/>
          </a:prstGeom>
        </p:spPr>
      </p:pic>
      <p:grpSp>
        <p:nvGrpSpPr>
          <p:cNvPr id="52" name="图形"/>
          <p:cNvGrpSpPr/>
          <p:nvPr/>
        </p:nvGrpSpPr>
        <p:grpSpPr>
          <a:xfrm rot="10800000">
            <a:off x="5521960" y="4647565"/>
            <a:ext cx="1673225" cy="396875"/>
            <a:chOff x="5221" y="1596"/>
            <a:chExt cx="3474" cy="824"/>
          </a:xfrm>
        </p:grpSpPr>
        <p:sp>
          <p:nvSpPr>
            <p:cNvPr id="53" name="图形"/>
            <p:cNvSpPr/>
            <p:nvPr/>
          </p:nvSpPr>
          <p:spPr>
            <a:xfrm>
              <a:off x="5221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4" name="图形"/>
            <p:cNvSpPr>
              <a:spLocks noChangeAspect="1"/>
            </p:cNvSpPr>
            <p:nvPr/>
          </p:nvSpPr>
          <p:spPr>
            <a:xfrm>
              <a:off x="5412" y="1787"/>
              <a:ext cx="443" cy="442"/>
            </a:xfrm>
            <a:custGeom>
              <a:avLst/>
              <a:gdLst/>
              <a:ahLst/>
              <a:cxnLst/>
              <a:rect l="0" t="0" r="r" b="b"/>
              <a:pathLst>
                <a:path w="443" h="442">
                  <a:moveTo>
                    <a:pt x="394" y="170"/>
                  </a:moveTo>
                  <a:lnTo>
                    <a:pt x="387" y="170"/>
                  </a:lnTo>
                  <a:cubicBezTo>
                    <a:pt x="384" y="160"/>
                    <a:pt x="379" y="149"/>
                    <a:pt x="374" y="140"/>
                  </a:cubicBezTo>
                  <a:lnTo>
                    <a:pt x="379" y="134"/>
                  </a:lnTo>
                  <a:cubicBezTo>
                    <a:pt x="399" y="115"/>
                    <a:pt x="399" y="84"/>
                    <a:pt x="379" y="65"/>
                  </a:cubicBezTo>
                  <a:lnTo>
                    <a:pt x="378" y="64"/>
                  </a:lnTo>
                  <a:cubicBezTo>
                    <a:pt x="359" y="45"/>
                    <a:pt x="328" y="45"/>
                    <a:pt x="309" y="64"/>
                  </a:cubicBezTo>
                  <a:lnTo>
                    <a:pt x="303" y="70"/>
                  </a:lnTo>
                  <a:cubicBezTo>
                    <a:pt x="293" y="65"/>
                    <a:pt x="282" y="61"/>
                    <a:pt x="272" y="57"/>
                  </a:cubicBezTo>
                  <a:lnTo>
                    <a:pt x="272" y="49"/>
                  </a:lnTo>
                  <a:cubicBezTo>
                    <a:pt x="272" y="22"/>
                    <a:pt x="250" y="0"/>
                    <a:pt x="223" y="0"/>
                  </a:cubicBezTo>
                  <a:lnTo>
                    <a:pt x="220" y="0"/>
                  </a:lnTo>
                  <a:cubicBezTo>
                    <a:pt x="193" y="0"/>
                    <a:pt x="171" y="22"/>
                    <a:pt x="171" y="49"/>
                  </a:cubicBezTo>
                  <a:lnTo>
                    <a:pt x="171" y="58"/>
                  </a:lnTo>
                  <a:cubicBezTo>
                    <a:pt x="161" y="61"/>
                    <a:pt x="151" y="65"/>
                    <a:pt x="142" y="70"/>
                  </a:cubicBezTo>
                  <a:lnTo>
                    <a:pt x="135" y="64"/>
                  </a:lnTo>
                  <a:cubicBezTo>
                    <a:pt x="116" y="45"/>
                    <a:pt x="85" y="45"/>
                    <a:pt x="66" y="64"/>
                  </a:cubicBezTo>
                  <a:lnTo>
                    <a:pt x="65" y="65"/>
                  </a:lnTo>
                  <a:cubicBezTo>
                    <a:pt x="45" y="84"/>
                    <a:pt x="45" y="115"/>
                    <a:pt x="65" y="134"/>
                  </a:cubicBezTo>
                  <a:lnTo>
                    <a:pt x="71" y="141"/>
                  </a:lnTo>
                  <a:cubicBezTo>
                    <a:pt x="66" y="150"/>
                    <a:pt x="61" y="160"/>
                    <a:pt x="58" y="170"/>
                  </a:cubicBezTo>
                  <a:lnTo>
                    <a:pt x="49" y="170"/>
                  </a:lnTo>
                  <a:cubicBezTo>
                    <a:pt x="22" y="170"/>
                    <a:pt x="0" y="192"/>
                    <a:pt x="0" y="219"/>
                  </a:cubicBezTo>
                  <a:lnTo>
                    <a:pt x="0" y="221"/>
                  </a:lnTo>
                  <a:cubicBezTo>
                    <a:pt x="0" y="248"/>
                    <a:pt x="22" y="270"/>
                    <a:pt x="49" y="270"/>
                  </a:cubicBezTo>
                  <a:lnTo>
                    <a:pt x="57" y="270"/>
                  </a:lnTo>
                  <a:cubicBezTo>
                    <a:pt x="60" y="281"/>
                    <a:pt x="64" y="292"/>
                    <a:pt x="70" y="302"/>
                  </a:cubicBezTo>
                  <a:lnTo>
                    <a:pt x="64" y="307"/>
                  </a:lnTo>
                  <a:cubicBezTo>
                    <a:pt x="45" y="327"/>
                    <a:pt x="45" y="357"/>
                    <a:pt x="64" y="377"/>
                  </a:cubicBezTo>
                  <a:lnTo>
                    <a:pt x="65" y="378"/>
                  </a:lnTo>
                  <a:cubicBezTo>
                    <a:pt x="84" y="397"/>
                    <a:pt x="115" y="397"/>
                    <a:pt x="135" y="378"/>
                  </a:cubicBezTo>
                  <a:lnTo>
                    <a:pt x="140" y="373"/>
                  </a:lnTo>
                  <a:cubicBezTo>
                    <a:pt x="150" y="378"/>
                    <a:pt x="160" y="383"/>
                    <a:pt x="171" y="386"/>
                  </a:cubicBezTo>
                  <a:lnTo>
                    <a:pt x="171" y="393"/>
                  </a:lnTo>
                  <a:cubicBezTo>
                    <a:pt x="171" y="420"/>
                    <a:pt x="193" y="442"/>
                    <a:pt x="220" y="442"/>
                  </a:cubicBezTo>
                  <a:lnTo>
                    <a:pt x="223" y="442"/>
                  </a:lnTo>
                  <a:cubicBezTo>
                    <a:pt x="250" y="442"/>
                    <a:pt x="272" y="420"/>
                    <a:pt x="272" y="393"/>
                  </a:cubicBezTo>
                  <a:lnTo>
                    <a:pt x="272" y="387"/>
                  </a:lnTo>
                  <a:cubicBezTo>
                    <a:pt x="283" y="383"/>
                    <a:pt x="294" y="379"/>
                    <a:pt x="304" y="373"/>
                  </a:cubicBezTo>
                  <a:lnTo>
                    <a:pt x="309" y="378"/>
                  </a:lnTo>
                  <a:cubicBezTo>
                    <a:pt x="328" y="397"/>
                    <a:pt x="360" y="397"/>
                    <a:pt x="379" y="378"/>
                  </a:cubicBezTo>
                  <a:lnTo>
                    <a:pt x="380" y="377"/>
                  </a:lnTo>
                  <a:cubicBezTo>
                    <a:pt x="399" y="357"/>
                    <a:pt x="399" y="327"/>
                    <a:pt x="380" y="307"/>
                  </a:cubicBezTo>
                  <a:lnTo>
                    <a:pt x="375" y="302"/>
                  </a:lnTo>
                  <a:cubicBezTo>
                    <a:pt x="380" y="292"/>
                    <a:pt x="385" y="281"/>
                    <a:pt x="388" y="270"/>
                  </a:cubicBezTo>
                  <a:lnTo>
                    <a:pt x="394" y="270"/>
                  </a:lnTo>
                  <a:cubicBezTo>
                    <a:pt x="421" y="270"/>
                    <a:pt x="443" y="248"/>
                    <a:pt x="443" y="221"/>
                  </a:cubicBezTo>
                  <a:lnTo>
                    <a:pt x="443" y="219"/>
                  </a:lnTo>
                  <a:cubicBezTo>
                    <a:pt x="443" y="192"/>
                    <a:pt x="421" y="170"/>
                    <a:pt x="394" y="170"/>
                  </a:cubicBezTo>
                  <a:close/>
                  <a:moveTo>
                    <a:pt x="223" y="298"/>
                  </a:moveTo>
                  <a:cubicBezTo>
                    <a:pt x="180" y="298"/>
                    <a:pt x="146" y="264"/>
                    <a:pt x="146" y="222"/>
                  </a:cubicBezTo>
                  <a:cubicBezTo>
                    <a:pt x="146" y="180"/>
                    <a:pt x="180" y="146"/>
                    <a:pt x="223" y="146"/>
                  </a:cubicBezTo>
                  <a:cubicBezTo>
                    <a:pt x="265" y="146"/>
                    <a:pt x="299" y="180"/>
                    <a:pt x="299" y="222"/>
                  </a:cubicBezTo>
                  <a:cubicBezTo>
                    <a:pt x="299" y="264"/>
                    <a:pt x="265" y="298"/>
                    <a:pt x="223" y="298"/>
                  </a:cubicBezTo>
                  <a:close/>
                  <a:moveTo>
                    <a:pt x="223" y="298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  <p:sp>
          <p:nvSpPr>
            <p:cNvPr id="55" name="图形"/>
            <p:cNvSpPr/>
            <p:nvPr/>
          </p:nvSpPr>
          <p:spPr>
            <a:xfrm>
              <a:off x="6546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6" name="图形"/>
            <p:cNvSpPr>
              <a:spLocks noChangeAspect="1"/>
            </p:cNvSpPr>
            <p:nvPr/>
          </p:nvSpPr>
          <p:spPr>
            <a:xfrm>
              <a:off x="6737" y="1809"/>
              <a:ext cx="443" cy="398"/>
            </a:xfrm>
            <a:custGeom>
              <a:avLst/>
              <a:gdLst/>
              <a:ahLst/>
              <a:cxnLst/>
              <a:rect l="0" t="0" r="r" b="b"/>
              <a:pathLst>
                <a:path w="443" h="398">
                  <a:moveTo>
                    <a:pt x="232" y="0"/>
                  </a:moveTo>
                  <a:lnTo>
                    <a:pt x="2" y="0"/>
                  </a:lnTo>
                  <a:cubicBezTo>
                    <a:pt x="1" y="0"/>
                    <a:pt x="0" y="1"/>
                    <a:pt x="0" y="3"/>
                  </a:cubicBezTo>
                  <a:lnTo>
                    <a:pt x="0" y="396"/>
                  </a:lnTo>
                  <a:cubicBezTo>
                    <a:pt x="0" y="397"/>
                    <a:pt x="1" y="398"/>
                    <a:pt x="2" y="398"/>
                  </a:cubicBezTo>
                  <a:lnTo>
                    <a:pt x="81" y="398"/>
                  </a:lnTo>
                  <a:lnTo>
                    <a:pt x="81" y="322"/>
                  </a:lnTo>
                  <a:lnTo>
                    <a:pt x="153" y="322"/>
                  </a:lnTo>
                  <a:lnTo>
                    <a:pt x="153" y="398"/>
                  </a:lnTo>
                  <a:lnTo>
                    <a:pt x="232" y="398"/>
                  </a:lnTo>
                  <a:cubicBezTo>
                    <a:pt x="233" y="398"/>
                    <a:pt x="234" y="397"/>
                    <a:pt x="234" y="396"/>
                  </a:cubicBezTo>
                  <a:lnTo>
                    <a:pt x="234" y="3"/>
                  </a:lnTo>
                  <a:cubicBezTo>
                    <a:pt x="234" y="1"/>
                    <a:pt x="233" y="0"/>
                    <a:pt x="232" y="0"/>
                  </a:cubicBezTo>
                  <a:close/>
                  <a:moveTo>
                    <a:pt x="100" y="264"/>
                  </a:moveTo>
                  <a:lnTo>
                    <a:pt x="44" y="264"/>
                  </a:lnTo>
                  <a:lnTo>
                    <a:pt x="44" y="210"/>
                  </a:lnTo>
                  <a:lnTo>
                    <a:pt x="100" y="210"/>
                  </a:lnTo>
                  <a:lnTo>
                    <a:pt x="100" y="264"/>
                  </a:lnTo>
                  <a:close/>
                  <a:moveTo>
                    <a:pt x="100" y="183"/>
                  </a:moveTo>
                  <a:lnTo>
                    <a:pt x="44" y="183"/>
                  </a:lnTo>
                  <a:lnTo>
                    <a:pt x="44" y="128"/>
                  </a:lnTo>
                  <a:lnTo>
                    <a:pt x="100" y="128"/>
                  </a:lnTo>
                  <a:lnTo>
                    <a:pt x="100" y="183"/>
                  </a:lnTo>
                  <a:close/>
                  <a:moveTo>
                    <a:pt x="100" y="101"/>
                  </a:moveTo>
                  <a:lnTo>
                    <a:pt x="44" y="101"/>
                  </a:lnTo>
                  <a:lnTo>
                    <a:pt x="44" y="46"/>
                  </a:lnTo>
                  <a:lnTo>
                    <a:pt x="100" y="46"/>
                  </a:lnTo>
                  <a:lnTo>
                    <a:pt x="100" y="101"/>
                  </a:lnTo>
                  <a:close/>
                  <a:moveTo>
                    <a:pt x="189" y="264"/>
                  </a:moveTo>
                  <a:lnTo>
                    <a:pt x="133" y="264"/>
                  </a:lnTo>
                  <a:lnTo>
                    <a:pt x="133" y="210"/>
                  </a:lnTo>
                  <a:lnTo>
                    <a:pt x="189" y="210"/>
                  </a:lnTo>
                  <a:lnTo>
                    <a:pt x="189" y="264"/>
                  </a:lnTo>
                  <a:close/>
                  <a:moveTo>
                    <a:pt x="189" y="183"/>
                  </a:moveTo>
                  <a:lnTo>
                    <a:pt x="133" y="183"/>
                  </a:lnTo>
                  <a:lnTo>
                    <a:pt x="133" y="128"/>
                  </a:lnTo>
                  <a:lnTo>
                    <a:pt x="189" y="128"/>
                  </a:lnTo>
                  <a:lnTo>
                    <a:pt x="189" y="183"/>
                  </a:lnTo>
                  <a:close/>
                  <a:moveTo>
                    <a:pt x="189" y="101"/>
                  </a:moveTo>
                  <a:lnTo>
                    <a:pt x="133" y="101"/>
                  </a:lnTo>
                  <a:lnTo>
                    <a:pt x="133" y="46"/>
                  </a:lnTo>
                  <a:lnTo>
                    <a:pt x="189" y="46"/>
                  </a:lnTo>
                  <a:lnTo>
                    <a:pt x="189" y="101"/>
                  </a:lnTo>
                  <a:close/>
                  <a:moveTo>
                    <a:pt x="431" y="128"/>
                  </a:moveTo>
                  <a:lnTo>
                    <a:pt x="280" y="128"/>
                  </a:lnTo>
                  <a:cubicBezTo>
                    <a:pt x="274" y="128"/>
                    <a:pt x="269" y="133"/>
                    <a:pt x="269" y="139"/>
                  </a:cubicBezTo>
                  <a:lnTo>
                    <a:pt x="269" y="396"/>
                  </a:lnTo>
                  <a:cubicBezTo>
                    <a:pt x="269" y="397"/>
                    <a:pt x="270" y="397"/>
                    <a:pt x="270" y="397"/>
                  </a:cubicBezTo>
                  <a:lnTo>
                    <a:pt x="330" y="397"/>
                  </a:lnTo>
                  <a:lnTo>
                    <a:pt x="330" y="347"/>
                  </a:lnTo>
                  <a:lnTo>
                    <a:pt x="381" y="347"/>
                  </a:lnTo>
                  <a:lnTo>
                    <a:pt x="381" y="397"/>
                  </a:lnTo>
                  <a:lnTo>
                    <a:pt x="441" y="397"/>
                  </a:lnTo>
                  <a:cubicBezTo>
                    <a:pt x="442" y="397"/>
                    <a:pt x="442" y="396"/>
                    <a:pt x="442" y="396"/>
                  </a:cubicBezTo>
                  <a:lnTo>
                    <a:pt x="442" y="139"/>
                  </a:lnTo>
                  <a:cubicBezTo>
                    <a:pt x="443" y="134"/>
                    <a:pt x="437" y="128"/>
                    <a:pt x="431" y="128"/>
                  </a:cubicBezTo>
                  <a:close/>
                  <a:moveTo>
                    <a:pt x="419" y="305"/>
                  </a:moveTo>
                  <a:lnTo>
                    <a:pt x="291" y="305"/>
                  </a:lnTo>
                  <a:lnTo>
                    <a:pt x="291" y="278"/>
                  </a:lnTo>
                  <a:lnTo>
                    <a:pt x="419" y="278"/>
                  </a:lnTo>
                  <a:lnTo>
                    <a:pt x="419" y="305"/>
                  </a:lnTo>
                  <a:close/>
                  <a:moveTo>
                    <a:pt x="419" y="251"/>
                  </a:moveTo>
                  <a:lnTo>
                    <a:pt x="291" y="251"/>
                  </a:lnTo>
                  <a:lnTo>
                    <a:pt x="291" y="224"/>
                  </a:lnTo>
                  <a:lnTo>
                    <a:pt x="419" y="224"/>
                  </a:lnTo>
                  <a:lnTo>
                    <a:pt x="419" y="251"/>
                  </a:lnTo>
                  <a:close/>
                  <a:moveTo>
                    <a:pt x="419" y="196"/>
                  </a:moveTo>
                  <a:lnTo>
                    <a:pt x="291" y="196"/>
                  </a:lnTo>
                  <a:lnTo>
                    <a:pt x="291" y="169"/>
                  </a:lnTo>
                  <a:lnTo>
                    <a:pt x="419" y="169"/>
                  </a:lnTo>
                  <a:lnTo>
                    <a:pt x="419" y="196"/>
                  </a:lnTo>
                  <a:close/>
                  <a:moveTo>
                    <a:pt x="419" y="196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  <p:sp>
          <p:nvSpPr>
            <p:cNvPr id="57" name="图形"/>
            <p:cNvSpPr/>
            <p:nvPr/>
          </p:nvSpPr>
          <p:spPr>
            <a:xfrm>
              <a:off x="7871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8" name="图形"/>
            <p:cNvSpPr>
              <a:spLocks noChangeAspect="1"/>
            </p:cNvSpPr>
            <p:nvPr/>
          </p:nvSpPr>
          <p:spPr>
            <a:xfrm>
              <a:off x="8062" y="1820"/>
              <a:ext cx="443" cy="377"/>
            </a:xfrm>
            <a:custGeom>
              <a:avLst/>
              <a:gdLst/>
              <a:ahLst/>
              <a:cxnLst/>
              <a:rect l="0" t="0" r="r" b="b"/>
              <a:pathLst>
                <a:path w="443" h="377">
                  <a:moveTo>
                    <a:pt x="427" y="82"/>
                  </a:moveTo>
                  <a:lnTo>
                    <a:pt x="394" y="82"/>
                  </a:lnTo>
                  <a:lnTo>
                    <a:pt x="394" y="115"/>
                  </a:lnTo>
                  <a:cubicBezTo>
                    <a:pt x="394" y="124"/>
                    <a:pt x="386" y="131"/>
                    <a:pt x="377" y="131"/>
                  </a:cubicBezTo>
                  <a:cubicBezTo>
                    <a:pt x="368" y="131"/>
                    <a:pt x="361" y="124"/>
                    <a:pt x="361" y="115"/>
                  </a:cubicBezTo>
                  <a:lnTo>
                    <a:pt x="361" y="82"/>
                  </a:lnTo>
                  <a:lnTo>
                    <a:pt x="328" y="82"/>
                  </a:lnTo>
                  <a:cubicBezTo>
                    <a:pt x="319" y="82"/>
                    <a:pt x="312" y="75"/>
                    <a:pt x="312" y="66"/>
                  </a:cubicBezTo>
                  <a:cubicBezTo>
                    <a:pt x="312" y="57"/>
                    <a:pt x="319" y="49"/>
                    <a:pt x="328" y="49"/>
                  </a:cubicBezTo>
                  <a:lnTo>
                    <a:pt x="361" y="49"/>
                  </a:lnTo>
                  <a:lnTo>
                    <a:pt x="361" y="16"/>
                  </a:lnTo>
                  <a:cubicBezTo>
                    <a:pt x="361" y="7"/>
                    <a:pt x="368" y="0"/>
                    <a:pt x="377" y="0"/>
                  </a:cubicBezTo>
                  <a:cubicBezTo>
                    <a:pt x="386" y="0"/>
                    <a:pt x="394" y="7"/>
                    <a:pt x="394" y="16"/>
                  </a:cubicBezTo>
                  <a:lnTo>
                    <a:pt x="394" y="49"/>
                  </a:lnTo>
                  <a:lnTo>
                    <a:pt x="427" y="49"/>
                  </a:lnTo>
                  <a:cubicBezTo>
                    <a:pt x="436" y="49"/>
                    <a:pt x="443" y="57"/>
                    <a:pt x="443" y="66"/>
                  </a:cubicBezTo>
                  <a:cubicBezTo>
                    <a:pt x="443" y="75"/>
                    <a:pt x="436" y="82"/>
                    <a:pt x="427" y="82"/>
                  </a:cubicBezTo>
                  <a:close/>
                  <a:moveTo>
                    <a:pt x="328" y="139"/>
                  </a:moveTo>
                  <a:cubicBezTo>
                    <a:pt x="328" y="153"/>
                    <a:pt x="317" y="164"/>
                    <a:pt x="304" y="164"/>
                  </a:cubicBezTo>
                  <a:cubicBezTo>
                    <a:pt x="290" y="164"/>
                    <a:pt x="279" y="153"/>
                    <a:pt x="279" y="139"/>
                  </a:cubicBezTo>
                  <a:cubicBezTo>
                    <a:pt x="279" y="126"/>
                    <a:pt x="290" y="115"/>
                    <a:pt x="304" y="115"/>
                  </a:cubicBezTo>
                  <a:cubicBezTo>
                    <a:pt x="317" y="115"/>
                    <a:pt x="328" y="126"/>
                    <a:pt x="328" y="139"/>
                  </a:cubicBezTo>
                  <a:close/>
                  <a:moveTo>
                    <a:pt x="263" y="82"/>
                  </a:moveTo>
                  <a:lnTo>
                    <a:pt x="33" y="82"/>
                  </a:lnTo>
                  <a:lnTo>
                    <a:pt x="33" y="310"/>
                  </a:lnTo>
                  <a:cubicBezTo>
                    <a:pt x="33" y="310"/>
                    <a:pt x="69" y="150"/>
                    <a:pt x="130" y="150"/>
                  </a:cubicBezTo>
                  <a:cubicBezTo>
                    <a:pt x="171" y="150"/>
                    <a:pt x="212" y="274"/>
                    <a:pt x="238" y="311"/>
                  </a:cubicBezTo>
                  <a:cubicBezTo>
                    <a:pt x="238" y="311"/>
                    <a:pt x="258" y="230"/>
                    <a:pt x="292" y="229"/>
                  </a:cubicBezTo>
                  <a:cubicBezTo>
                    <a:pt x="327" y="229"/>
                    <a:pt x="345" y="310"/>
                    <a:pt x="345" y="310"/>
                  </a:cubicBezTo>
                  <a:lnTo>
                    <a:pt x="361" y="310"/>
                  </a:lnTo>
                  <a:lnTo>
                    <a:pt x="361" y="213"/>
                  </a:lnTo>
                  <a:cubicBezTo>
                    <a:pt x="361" y="204"/>
                    <a:pt x="368" y="197"/>
                    <a:pt x="377" y="197"/>
                  </a:cubicBezTo>
                  <a:cubicBezTo>
                    <a:pt x="386" y="197"/>
                    <a:pt x="394" y="204"/>
                    <a:pt x="394" y="213"/>
                  </a:cubicBezTo>
                  <a:lnTo>
                    <a:pt x="394" y="344"/>
                  </a:lnTo>
                  <a:cubicBezTo>
                    <a:pt x="394" y="362"/>
                    <a:pt x="379" y="377"/>
                    <a:pt x="361" y="377"/>
                  </a:cubicBezTo>
                  <a:lnTo>
                    <a:pt x="33" y="377"/>
                  </a:lnTo>
                  <a:cubicBezTo>
                    <a:pt x="15" y="377"/>
                    <a:pt x="0" y="362"/>
                    <a:pt x="0" y="344"/>
                  </a:cubicBezTo>
                  <a:lnTo>
                    <a:pt x="0" y="82"/>
                  </a:lnTo>
                  <a:cubicBezTo>
                    <a:pt x="0" y="64"/>
                    <a:pt x="15" y="49"/>
                    <a:pt x="33" y="49"/>
                  </a:cubicBezTo>
                  <a:lnTo>
                    <a:pt x="263" y="49"/>
                  </a:lnTo>
                  <a:cubicBezTo>
                    <a:pt x="272" y="49"/>
                    <a:pt x="279" y="57"/>
                    <a:pt x="279" y="66"/>
                  </a:cubicBezTo>
                  <a:cubicBezTo>
                    <a:pt x="279" y="75"/>
                    <a:pt x="272" y="82"/>
                    <a:pt x="263" y="82"/>
                  </a:cubicBezTo>
                  <a:close/>
                  <a:moveTo>
                    <a:pt x="263" y="82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</p:grpSp>
      <p:grpSp>
        <p:nvGrpSpPr>
          <p:cNvPr id="59" name="图形"/>
          <p:cNvGrpSpPr/>
          <p:nvPr/>
        </p:nvGrpSpPr>
        <p:grpSpPr>
          <a:xfrm flipV="1">
            <a:off x="2360930" y="6540500"/>
            <a:ext cx="7993380" cy="76200"/>
            <a:chOff x="2151" y="9388"/>
            <a:chExt cx="15996" cy="120"/>
          </a:xfrm>
        </p:grpSpPr>
        <p:sp>
          <p:nvSpPr>
            <p:cNvPr id="60" name="图形"/>
            <p:cNvSpPr/>
            <p:nvPr/>
          </p:nvSpPr>
          <p:spPr>
            <a:xfrm flipH="1">
              <a:off x="6120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1" name="图形"/>
            <p:cNvSpPr/>
            <p:nvPr/>
          </p:nvSpPr>
          <p:spPr>
            <a:xfrm flipH="1">
              <a:off x="7443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2" name="图形"/>
            <p:cNvSpPr/>
            <p:nvPr/>
          </p:nvSpPr>
          <p:spPr>
            <a:xfrm flipH="1">
              <a:off x="8766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3" name="图形"/>
            <p:cNvSpPr/>
            <p:nvPr/>
          </p:nvSpPr>
          <p:spPr>
            <a:xfrm flipH="1">
              <a:off x="10089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4" name="图形"/>
            <p:cNvSpPr/>
            <p:nvPr/>
          </p:nvSpPr>
          <p:spPr>
            <a:xfrm flipH="1">
              <a:off x="11412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5" name="图形"/>
            <p:cNvSpPr/>
            <p:nvPr/>
          </p:nvSpPr>
          <p:spPr>
            <a:xfrm flipH="1">
              <a:off x="12735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6" name="图形"/>
            <p:cNvSpPr/>
            <p:nvPr/>
          </p:nvSpPr>
          <p:spPr>
            <a:xfrm flipH="1">
              <a:off x="14058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7" name="图形"/>
            <p:cNvSpPr/>
            <p:nvPr/>
          </p:nvSpPr>
          <p:spPr>
            <a:xfrm flipH="1">
              <a:off x="15381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8" name="图形"/>
            <p:cNvSpPr/>
            <p:nvPr/>
          </p:nvSpPr>
          <p:spPr>
            <a:xfrm flipH="1">
              <a:off x="16704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69" name="图形"/>
            <p:cNvSpPr/>
            <p:nvPr/>
          </p:nvSpPr>
          <p:spPr>
            <a:xfrm flipH="1">
              <a:off x="18027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70" name="图形"/>
            <p:cNvSpPr/>
            <p:nvPr/>
          </p:nvSpPr>
          <p:spPr>
            <a:xfrm flipH="1">
              <a:off x="2151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71" name="图形"/>
            <p:cNvSpPr/>
            <p:nvPr/>
          </p:nvSpPr>
          <p:spPr>
            <a:xfrm flipH="1">
              <a:off x="3474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72" name="图形"/>
            <p:cNvSpPr/>
            <p:nvPr/>
          </p:nvSpPr>
          <p:spPr>
            <a:xfrm flipH="1">
              <a:off x="4797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</p:grpSp>
      <p:grpSp>
        <p:nvGrpSpPr>
          <p:cNvPr id="73" name="图形"/>
          <p:cNvGrpSpPr/>
          <p:nvPr/>
        </p:nvGrpSpPr>
        <p:grpSpPr>
          <a:xfrm>
            <a:off x="10951845" y="1028700"/>
            <a:ext cx="233680" cy="141605"/>
            <a:chOff x="7542330" y="1166319"/>
            <a:chExt cx="180020" cy="109094"/>
          </a:xfrm>
        </p:grpSpPr>
        <p:cxnSp>
          <p:nvCxnSpPr>
            <p:cNvPr id="74" name="图形"/>
            <p:cNvCxnSpPr/>
            <p:nvPr/>
          </p:nvCxnSpPr>
          <p:spPr>
            <a:xfrm>
              <a:off x="7542330" y="1166319"/>
              <a:ext cx="180020" cy="0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  <a:miter lim="800000"/>
            </a:ln>
          </p:spPr>
        </p:cxnSp>
        <p:cxnSp>
          <p:nvCxnSpPr>
            <p:cNvPr id="75" name="图形"/>
            <p:cNvCxnSpPr/>
            <p:nvPr/>
          </p:nvCxnSpPr>
          <p:spPr>
            <a:xfrm>
              <a:off x="7542330" y="1221600"/>
              <a:ext cx="180020" cy="0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  <a:miter lim="800000"/>
            </a:ln>
          </p:spPr>
        </p:cxnSp>
        <p:cxnSp>
          <p:nvCxnSpPr>
            <p:cNvPr id="76" name="图形"/>
            <p:cNvCxnSpPr/>
            <p:nvPr/>
          </p:nvCxnSpPr>
          <p:spPr>
            <a:xfrm>
              <a:off x="7542330" y="1275413"/>
              <a:ext cx="180020" cy="0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  <a:miter lim="800000"/>
            </a:ln>
          </p:spPr>
        </p:cxnSp>
      </p:grpSp>
      <p:grpSp>
        <p:nvGrpSpPr>
          <p:cNvPr id="77" name="图形"/>
          <p:cNvGrpSpPr/>
          <p:nvPr/>
        </p:nvGrpSpPr>
        <p:grpSpPr>
          <a:xfrm rot="5400000" flipV="1">
            <a:off x="22225" y="3300095"/>
            <a:ext cx="2121535" cy="163830"/>
            <a:chOff x="2301" y="7416"/>
            <a:chExt cx="3123" cy="240"/>
          </a:xfrm>
          <a:gradFill>
            <a:gsLst>
              <a:gs pos="0">
                <a:srgbClr val="50E7F9"/>
              </a:gs>
              <a:gs pos="100000">
                <a:srgbClr val="ECCC48"/>
              </a:gs>
            </a:gsLst>
            <a:lin ang="2700000" scaled="0"/>
          </a:gradFill>
        </p:grpSpPr>
        <p:sp>
          <p:nvSpPr>
            <p:cNvPr id="78" name="图形"/>
            <p:cNvSpPr/>
            <p:nvPr/>
          </p:nvSpPr>
          <p:spPr>
            <a:xfrm rot="5400000">
              <a:off x="2286" y="7443"/>
              <a:ext cx="217" cy="187"/>
            </a:xfrm>
            <a:prstGeom prst="triangle">
              <a:avLst/>
            </a:prstGeom>
            <a:grpFill/>
            <a:ln w="12700">
              <a:noFill/>
              <a:prstDash val="solid"/>
              <a:miter lim="800000"/>
            </a:ln>
          </p:spPr>
          <p:txBody>
            <a:bodyPr anchor="ctr"/>
            <a:lstStyle/>
            <a:p>
              <a:pPr marL="0" lvl="0" indent="0" algn="ctr" defTabSz="914400">
                <a:lnSpc>
                  <a:spcPct val="130000"/>
                </a:lnSpc>
                <a:buClrTx/>
                <a:buSzTx/>
                <a:buFontTx/>
                <a:buNone/>
              </a:pPr>
              <a:endParaRPr lang="zh-CN" sz="1800" b="0" i="0" u="none" strike="noStrike" kern="1200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9" name="图形"/>
            <p:cNvSpPr/>
            <p:nvPr/>
          </p:nvSpPr>
          <p:spPr>
            <a:xfrm rot="5400000">
              <a:off x="2995" y="7443"/>
              <a:ext cx="217" cy="187"/>
            </a:xfrm>
            <a:prstGeom prst="triangle">
              <a:avLst/>
            </a:prstGeom>
            <a:grpFill/>
            <a:ln w="12700">
              <a:noFill/>
              <a:prstDash val="solid"/>
              <a:miter lim="800000"/>
            </a:ln>
          </p:spPr>
          <p:txBody>
            <a:bodyPr anchor="ctr"/>
            <a:lstStyle/>
            <a:p>
              <a:pPr marL="0" lvl="0" indent="0" algn="ctr" defTabSz="914400">
                <a:lnSpc>
                  <a:spcPct val="130000"/>
                </a:lnSpc>
                <a:buClrTx/>
                <a:buSzTx/>
                <a:buFontTx/>
                <a:buNone/>
              </a:pPr>
              <a:endParaRPr lang="zh-CN" sz="1800" b="0" i="0" u="none" strike="noStrike" kern="1200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0" name="图形"/>
            <p:cNvSpPr/>
            <p:nvPr/>
          </p:nvSpPr>
          <p:spPr>
            <a:xfrm rot="5400000">
              <a:off x="3705" y="7443"/>
              <a:ext cx="217" cy="187"/>
            </a:xfrm>
            <a:prstGeom prst="triangle">
              <a:avLst/>
            </a:prstGeom>
            <a:grpFill/>
            <a:ln w="12700">
              <a:noFill/>
              <a:prstDash val="solid"/>
              <a:miter lim="800000"/>
            </a:ln>
          </p:spPr>
          <p:txBody>
            <a:bodyPr anchor="ctr"/>
            <a:lstStyle/>
            <a:p>
              <a:pPr marL="0" lvl="0" indent="0" algn="ctr" defTabSz="914400">
                <a:lnSpc>
                  <a:spcPct val="130000"/>
                </a:lnSpc>
                <a:buClrTx/>
                <a:buSzTx/>
                <a:buFontTx/>
                <a:buNone/>
              </a:pPr>
              <a:endParaRPr lang="zh-CN" sz="1800" b="0" i="0" u="none" strike="noStrike" kern="1200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1" name="图形"/>
            <p:cNvSpPr/>
            <p:nvPr/>
          </p:nvSpPr>
          <p:spPr>
            <a:xfrm rot="5400000">
              <a:off x="4414" y="7443"/>
              <a:ext cx="217" cy="187"/>
            </a:xfrm>
            <a:prstGeom prst="triangle">
              <a:avLst/>
            </a:prstGeom>
            <a:grpFill/>
            <a:ln w="12700">
              <a:noFill/>
              <a:prstDash val="solid"/>
              <a:miter lim="800000"/>
            </a:ln>
          </p:spPr>
          <p:txBody>
            <a:bodyPr anchor="ctr"/>
            <a:lstStyle/>
            <a:p>
              <a:pPr marL="0" lvl="0" indent="0" algn="ctr" defTabSz="914400">
                <a:lnSpc>
                  <a:spcPct val="130000"/>
                </a:lnSpc>
                <a:buClrTx/>
                <a:buSzTx/>
                <a:buFontTx/>
                <a:buNone/>
              </a:pPr>
              <a:endParaRPr lang="zh-CN" sz="1800" b="0" i="0" u="none" strike="noStrike" kern="1200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2" name="图形"/>
            <p:cNvSpPr/>
            <p:nvPr/>
          </p:nvSpPr>
          <p:spPr>
            <a:xfrm>
              <a:off x="5184" y="7416"/>
              <a:ext cx="240" cy="240"/>
            </a:xfrm>
            <a:prstGeom prst="ellipse">
              <a:avLst/>
            </a:prstGeom>
            <a:grpFill/>
            <a:ln w="12700">
              <a:noFill/>
              <a:prstDash val="solid"/>
              <a:miter lim="800000"/>
            </a:ln>
          </p:spPr>
          <p:txBody>
            <a:bodyPr anchor="ctr"/>
            <a:lstStyle/>
            <a:p>
              <a:pPr marL="0" lvl="0" indent="0" algn="ctr" defTabSz="914400">
                <a:lnSpc>
                  <a:spcPct val="130000"/>
                </a:lnSpc>
                <a:buClrTx/>
                <a:buSzTx/>
                <a:buFontTx/>
                <a:buNone/>
              </a:pPr>
              <a:endParaRPr lang="zh-CN" sz="1800" b="0" i="0" u="none" strike="noStrike" kern="1200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7"/>
          <p:cNvPicPr>
            <a:picLocks noChangeAspect="1"/>
          </p:cNvPicPr>
          <p:nvPr/>
        </p:nvPicPr>
        <p:blipFill>
          <a:blip r:embed="rId2">
            <a:lum/>
            <a:extLst>
              <a:ext uri="">
                <a14:imgProps xmlns:mc="http://schemas.openxmlformats.org/markup-compatibility/2006" xmlns:a14="http://schemas.microsoft.com/office/drawing/2010/main" xmlns=""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t="7773" b="7773"/>
          <a:stretch/>
        </p:blipFill>
        <p:spPr>
          <a:xfrm flipH="1">
            <a:off x="0" y="0"/>
            <a:ext cx="12190730" cy="6857365"/>
          </a:xfrm>
          <a:prstGeom prst="rect">
            <a:avLst/>
          </a:prstGeom>
        </p:spPr>
      </p:pic>
      <p:sp>
        <p:nvSpPr>
          <p:cNvPr id="85" name="矩形 8"/>
          <p:cNvSpPr/>
          <p:nvPr/>
        </p:nvSpPr>
        <p:spPr>
          <a:xfrm>
            <a:off x="375285" y="299085"/>
            <a:ext cx="11442065" cy="625983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grpSp>
        <p:nvGrpSpPr>
          <p:cNvPr id="86" name="组合 10"/>
          <p:cNvGrpSpPr/>
          <p:nvPr/>
        </p:nvGrpSpPr>
        <p:grpSpPr>
          <a:xfrm>
            <a:off x="666750" y="493395"/>
            <a:ext cx="439420" cy="394970"/>
            <a:chOff x="1705" y="2240"/>
            <a:chExt cx="1604" cy="1440"/>
          </a:xfrm>
        </p:grpSpPr>
        <p:sp>
          <p:nvSpPr>
            <p:cNvPr id="87" name="平行四边形 11"/>
            <p:cNvSpPr/>
            <p:nvPr/>
          </p:nvSpPr>
          <p:spPr>
            <a:xfrm>
              <a:off x="2507" y="2240"/>
              <a:ext cx="802" cy="1440"/>
            </a:xfrm>
            <a:prstGeom prst="parallelogram">
              <a:avLst/>
            </a:prstGeom>
            <a:solidFill>
              <a:srgbClr val="EDCC46"/>
            </a:solidFill>
            <a:ln w="12700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8" name="平行四边形 13"/>
            <p:cNvSpPr/>
            <p:nvPr/>
          </p:nvSpPr>
          <p:spPr>
            <a:xfrm>
              <a:off x="1705" y="2240"/>
              <a:ext cx="802" cy="1440"/>
            </a:xfrm>
            <a:prstGeom prst="parallelogram">
              <a:avLst/>
            </a:prstGeom>
            <a:gradFill>
              <a:gsLst>
                <a:gs pos="0">
                  <a:srgbClr val="50E7F9"/>
                </a:gs>
                <a:gs pos="87000">
                  <a:srgbClr val="4DA2FF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/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形"/>
          <p:cNvPicPr>
            <a:picLocks noChangeAspect="1"/>
          </p:cNvPicPr>
          <p:nvPr/>
        </p:nvPicPr>
        <p:blipFill>
          <a:blip r:embed="rId2">
            <a:lum/>
            <a:extLst>
              <a:ext uri="">
                <a14:imgProps xmlns:mc="http://schemas.openxmlformats.org/markup-compatibility/2006" xmlns:a14="http://schemas.microsoft.com/office/drawing/2010/main" xmlns=""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grpSp>
        <p:nvGrpSpPr>
          <p:cNvPr id="91" name="图形"/>
          <p:cNvGrpSpPr/>
          <p:nvPr/>
        </p:nvGrpSpPr>
        <p:grpSpPr>
          <a:xfrm>
            <a:off x="10951845" y="1028700"/>
            <a:ext cx="233680" cy="141605"/>
            <a:chOff x="7542330" y="1166319"/>
            <a:chExt cx="180020" cy="109094"/>
          </a:xfrm>
        </p:grpSpPr>
        <p:cxnSp>
          <p:nvCxnSpPr>
            <p:cNvPr id="92" name="图形"/>
            <p:cNvCxnSpPr/>
            <p:nvPr/>
          </p:nvCxnSpPr>
          <p:spPr>
            <a:xfrm>
              <a:off x="7542330" y="1166319"/>
              <a:ext cx="180020" cy="0"/>
            </a:xfrm>
            <a:prstGeom prst="line">
              <a:avLst/>
            </a:prstGeom>
            <a:ln w="25400">
              <a:solidFill>
                <a:srgbClr val="FFFF00"/>
              </a:solidFill>
              <a:prstDash val="solid"/>
              <a:miter lim="800000"/>
            </a:ln>
          </p:spPr>
        </p:cxnSp>
        <p:cxnSp>
          <p:nvCxnSpPr>
            <p:cNvPr id="93" name="图形"/>
            <p:cNvCxnSpPr/>
            <p:nvPr/>
          </p:nvCxnSpPr>
          <p:spPr>
            <a:xfrm>
              <a:off x="7542330" y="1221600"/>
              <a:ext cx="180020" cy="0"/>
            </a:xfrm>
            <a:prstGeom prst="line">
              <a:avLst/>
            </a:prstGeom>
            <a:ln w="25400">
              <a:solidFill>
                <a:srgbClr val="FFFF00"/>
              </a:solidFill>
              <a:prstDash val="solid"/>
              <a:miter lim="800000"/>
            </a:ln>
          </p:spPr>
        </p:cxnSp>
        <p:cxnSp>
          <p:nvCxnSpPr>
            <p:cNvPr id="94" name="图形"/>
            <p:cNvCxnSpPr/>
            <p:nvPr/>
          </p:nvCxnSpPr>
          <p:spPr>
            <a:xfrm>
              <a:off x="7542330" y="1275413"/>
              <a:ext cx="180020" cy="0"/>
            </a:xfrm>
            <a:prstGeom prst="line">
              <a:avLst/>
            </a:prstGeom>
            <a:ln w="25400">
              <a:solidFill>
                <a:srgbClr val="FFFF00"/>
              </a:solidFill>
              <a:prstDash val="solid"/>
              <a:miter lim="800000"/>
            </a:ln>
          </p:spPr>
        </p:cxnSp>
      </p:grpSp>
      <p:grpSp>
        <p:nvGrpSpPr>
          <p:cNvPr id="95" name="图形"/>
          <p:cNvGrpSpPr/>
          <p:nvPr/>
        </p:nvGrpSpPr>
        <p:grpSpPr>
          <a:xfrm rot="5400000">
            <a:off x="10252710" y="3198495"/>
            <a:ext cx="1673225" cy="396875"/>
            <a:chOff x="5221" y="1596"/>
            <a:chExt cx="3474" cy="824"/>
          </a:xfrm>
        </p:grpSpPr>
        <p:sp>
          <p:nvSpPr>
            <p:cNvPr id="96" name="图形"/>
            <p:cNvSpPr/>
            <p:nvPr/>
          </p:nvSpPr>
          <p:spPr>
            <a:xfrm>
              <a:off x="5221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7" name="图形"/>
            <p:cNvSpPr>
              <a:spLocks noChangeAspect="1"/>
            </p:cNvSpPr>
            <p:nvPr/>
          </p:nvSpPr>
          <p:spPr>
            <a:xfrm>
              <a:off x="5412" y="1787"/>
              <a:ext cx="443" cy="442"/>
            </a:xfrm>
            <a:custGeom>
              <a:avLst/>
              <a:gdLst/>
              <a:ahLst/>
              <a:cxnLst/>
              <a:rect l="0" t="0" r="r" b="b"/>
              <a:pathLst>
                <a:path w="443" h="442">
                  <a:moveTo>
                    <a:pt x="394" y="170"/>
                  </a:moveTo>
                  <a:lnTo>
                    <a:pt x="387" y="170"/>
                  </a:lnTo>
                  <a:cubicBezTo>
                    <a:pt x="384" y="160"/>
                    <a:pt x="379" y="149"/>
                    <a:pt x="374" y="140"/>
                  </a:cubicBezTo>
                  <a:lnTo>
                    <a:pt x="379" y="134"/>
                  </a:lnTo>
                  <a:cubicBezTo>
                    <a:pt x="399" y="115"/>
                    <a:pt x="399" y="84"/>
                    <a:pt x="379" y="65"/>
                  </a:cubicBezTo>
                  <a:lnTo>
                    <a:pt x="378" y="64"/>
                  </a:lnTo>
                  <a:cubicBezTo>
                    <a:pt x="359" y="45"/>
                    <a:pt x="328" y="45"/>
                    <a:pt x="309" y="64"/>
                  </a:cubicBezTo>
                  <a:lnTo>
                    <a:pt x="303" y="70"/>
                  </a:lnTo>
                  <a:cubicBezTo>
                    <a:pt x="293" y="65"/>
                    <a:pt x="282" y="61"/>
                    <a:pt x="272" y="57"/>
                  </a:cubicBezTo>
                  <a:lnTo>
                    <a:pt x="272" y="49"/>
                  </a:lnTo>
                  <a:cubicBezTo>
                    <a:pt x="272" y="22"/>
                    <a:pt x="250" y="0"/>
                    <a:pt x="223" y="0"/>
                  </a:cubicBezTo>
                  <a:lnTo>
                    <a:pt x="220" y="0"/>
                  </a:lnTo>
                  <a:cubicBezTo>
                    <a:pt x="193" y="0"/>
                    <a:pt x="171" y="22"/>
                    <a:pt x="171" y="49"/>
                  </a:cubicBezTo>
                  <a:lnTo>
                    <a:pt x="171" y="58"/>
                  </a:lnTo>
                  <a:cubicBezTo>
                    <a:pt x="161" y="61"/>
                    <a:pt x="151" y="65"/>
                    <a:pt x="142" y="70"/>
                  </a:cubicBezTo>
                  <a:lnTo>
                    <a:pt x="135" y="64"/>
                  </a:lnTo>
                  <a:cubicBezTo>
                    <a:pt x="116" y="45"/>
                    <a:pt x="85" y="45"/>
                    <a:pt x="66" y="64"/>
                  </a:cubicBezTo>
                  <a:lnTo>
                    <a:pt x="65" y="65"/>
                  </a:lnTo>
                  <a:cubicBezTo>
                    <a:pt x="45" y="84"/>
                    <a:pt x="45" y="115"/>
                    <a:pt x="65" y="134"/>
                  </a:cubicBezTo>
                  <a:lnTo>
                    <a:pt x="71" y="141"/>
                  </a:lnTo>
                  <a:cubicBezTo>
                    <a:pt x="66" y="150"/>
                    <a:pt x="61" y="160"/>
                    <a:pt x="58" y="170"/>
                  </a:cubicBezTo>
                  <a:lnTo>
                    <a:pt x="49" y="170"/>
                  </a:lnTo>
                  <a:cubicBezTo>
                    <a:pt x="22" y="170"/>
                    <a:pt x="0" y="192"/>
                    <a:pt x="0" y="219"/>
                  </a:cubicBezTo>
                  <a:lnTo>
                    <a:pt x="0" y="221"/>
                  </a:lnTo>
                  <a:cubicBezTo>
                    <a:pt x="0" y="248"/>
                    <a:pt x="22" y="270"/>
                    <a:pt x="49" y="270"/>
                  </a:cubicBezTo>
                  <a:lnTo>
                    <a:pt x="57" y="270"/>
                  </a:lnTo>
                  <a:cubicBezTo>
                    <a:pt x="60" y="281"/>
                    <a:pt x="64" y="292"/>
                    <a:pt x="70" y="302"/>
                  </a:cubicBezTo>
                  <a:lnTo>
                    <a:pt x="64" y="307"/>
                  </a:lnTo>
                  <a:cubicBezTo>
                    <a:pt x="45" y="327"/>
                    <a:pt x="45" y="357"/>
                    <a:pt x="64" y="377"/>
                  </a:cubicBezTo>
                  <a:lnTo>
                    <a:pt x="65" y="378"/>
                  </a:lnTo>
                  <a:cubicBezTo>
                    <a:pt x="84" y="397"/>
                    <a:pt x="115" y="397"/>
                    <a:pt x="135" y="378"/>
                  </a:cubicBezTo>
                  <a:lnTo>
                    <a:pt x="140" y="373"/>
                  </a:lnTo>
                  <a:cubicBezTo>
                    <a:pt x="150" y="378"/>
                    <a:pt x="160" y="383"/>
                    <a:pt x="171" y="386"/>
                  </a:cubicBezTo>
                  <a:lnTo>
                    <a:pt x="171" y="393"/>
                  </a:lnTo>
                  <a:cubicBezTo>
                    <a:pt x="171" y="420"/>
                    <a:pt x="193" y="442"/>
                    <a:pt x="220" y="442"/>
                  </a:cubicBezTo>
                  <a:lnTo>
                    <a:pt x="223" y="442"/>
                  </a:lnTo>
                  <a:cubicBezTo>
                    <a:pt x="250" y="442"/>
                    <a:pt x="272" y="420"/>
                    <a:pt x="272" y="393"/>
                  </a:cubicBezTo>
                  <a:lnTo>
                    <a:pt x="272" y="387"/>
                  </a:lnTo>
                  <a:cubicBezTo>
                    <a:pt x="283" y="383"/>
                    <a:pt x="294" y="379"/>
                    <a:pt x="304" y="373"/>
                  </a:cubicBezTo>
                  <a:lnTo>
                    <a:pt x="309" y="378"/>
                  </a:lnTo>
                  <a:cubicBezTo>
                    <a:pt x="328" y="397"/>
                    <a:pt x="360" y="397"/>
                    <a:pt x="379" y="378"/>
                  </a:cubicBezTo>
                  <a:lnTo>
                    <a:pt x="380" y="377"/>
                  </a:lnTo>
                  <a:cubicBezTo>
                    <a:pt x="399" y="357"/>
                    <a:pt x="399" y="327"/>
                    <a:pt x="380" y="307"/>
                  </a:cubicBezTo>
                  <a:lnTo>
                    <a:pt x="375" y="302"/>
                  </a:lnTo>
                  <a:cubicBezTo>
                    <a:pt x="380" y="292"/>
                    <a:pt x="385" y="281"/>
                    <a:pt x="388" y="270"/>
                  </a:cubicBezTo>
                  <a:lnTo>
                    <a:pt x="394" y="270"/>
                  </a:lnTo>
                  <a:cubicBezTo>
                    <a:pt x="421" y="270"/>
                    <a:pt x="443" y="248"/>
                    <a:pt x="443" y="221"/>
                  </a:cubicBezTo>
                  <a:lnTo>
                    <a:pt x="443" y="219"/>
                  </a:lnTo>
                  <a:cubicBezTo>
                    <a:pt x="443" y="192"/>
                    <a:pt x="421" y="170"/>
                    <a:pt x="394" y="170"/>
                  </a:cubicBezTo>
                  <a:close/>
                  <a:moveTo>
                    <a:pt x="223" y="298"/>
                  </a:moveTo>
                  <a:cubicBezTo>
                    <a:pt x="180" y="298"/>
                    <a:pt x="146" y="264"/>
                    <a:pt x="146" y="222"/>
                  </a:cubicBezTo>
                  <a:cubicBezTo>
                    <a:pt x="146" y="180"/>
                    <a:pt x="180" y="146"/>
                    <a:pt x="223" y="146"/>
                  </a:cubicBezTo>
                  <a:cubicBezTo>
                    <a:pt x="265" y="146"/>
                    <a:pt x="299" y="180"/>
                    <a:pt x="299" y="222"/>
                  </a:cubicBezTo>
                  <a:cubicBezTo>
                    <a:pt x="299" y="264"/>
                    <a:pt x="265" y="298"/>
                    <a:pt x="223" y="298"/>
                  </a:cubicBezTo>
                  <a:close/>
                  <a:moveTo>
                    <a:pt x="223" y="298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  <p:sp>
          <p:nvSpPr>
            <p:cNvPr id="98" name="图形"/>
            <p:cNvSpPr/>
            <p:nvPr/>
          </p:nvSpPr>
          <p:spPr>
            <a:xfrm>
              <a:off x="6546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9" name="图形"/>
            <p:cNvSpPr>
              <a:spLocks noChangeAspect="1"/>
            </p:cNvSpPr>
            <p:nvPr/>
          </p:nvSpPr>
          <p:spPr>
            <a:xfrm>
              <a:off x="6737" y="1809"/>
              <a:ext cx="443" cy="398"/>
            </a:xfrm>
            <a:custGeom>
              <a:avLst/>
              <a:gdLst/>
              <a:ahLst/>
              <a:cxnLst/>
              <a:rect l="0" t="0" r="r" b="b"/>
              <a:pathLst>
                <a:path w="443" h="398">
                  <a:moveTo>
                    <a:pt x="232" y="0"/>
                  </a:moveTo>
                  <a:lnTo>
                    <a:pt x="2" y="0"/>
                  </a:lnTo>
                  <a:cubicBezTo>
                    <a:pt x="1" y="0"/>
                    <a:pt x="0" y="1"/>
                    <a:pt x="0" y="3"/>
                  </a:cubicBezTo>
                  <a:lnTo>
                    <a:pt x="0" y="396"/>
                  </a:lnTo>
                  <a:cubicBezTo>
                    <a:pt x="0" y="397"/>
                    <a:pt x="1" y="398"/>
                    <a:pt x="2" y="398"/>
                  </a:cubicBezTo>
                  <a:lnTo>
                    <a:pt x="81" y="398"/>
                  </a:lnTo>
                  <a:lnTo>
                    <a:pt x="81" y="322"/>
                  </a:lnTo>
                  <a:lnTo>
                    <a:pt x="153" y="322"/>
                  </a:lnTo>
                  <a:lnTo>
                    <a:pt x="153" y="398"/>
                  </a:lnTo>
                  <a:lnTo>
                    <a:pt x="232" y="398"/>
                  </a:lnTo>
                  <a:cubicBezTo>
                    <a:pt x="233" y="398"/>
                    <a:pt x="234" y="397"/>
                    <a:pt x="234" y="396"/>
                  </a:cubicBezTo>
                  <a:lnTo>
                    <a:pt x="234" y="3"/>
                  </a:lnTo>
                  <a:cubicBezTo>
                    <a:pt x="234" y="1"/>
                    <a:pt x="233" y="0"/>
                    <a:pt x="232" y="0"/>
                  </a:cubicBezTo>
                  <a:close/>
                  <a:moveTo>
                    <a:pt x="100" y="264"/>
                  </a:moveTo>
                  <a:lnTo>
                    <a:pt x="44" y="264"/>
                  </a:lnTo>
                  <a:lnTo>
                    <a:pt x="44" y="210"/>
                  </a:lnTo>
                  <a:lnTo>
                    <a:pt x="100" y="210"/>
                  </a:lnTo>
                  <a:lnTo>
                    <a:pt x="100" y="264"/>
                  </a:lnTo>
                  <a:close/>
                  <a:moveTo>
                    <a:pt x="100" y="183"/>
                  </a:moveTo>
                  <a:lnTo>
                    <a:pt x="44" y="183"/>
                  </a:lnTo>
                  <a:lnTo>
                    <a:pt x="44" y="128"/>
                  </a:lnTo>
                  <a:lnTo>
                    <a:pt x="100" y="128"/>
                  </a:lnTo>
                  <a:lnTo>
                    <a:pt x="100" y="183"/>
                  </a:lnTo>
                  <a:close/>
                  <a:moveTo>
                    <a:pt x="100" y="101"/>
                  </a:moveTo>
                  <a:lnTo>
                    <a:pt x="44" y="101"/>
                  </a:lnTo>
                  <a:lnTo>
                    <a:pt x="44" y="46"/>
                  </a:lnTo>
                  <a:lnTo>
                    <a:pt x="100" y="46"/>
                  </a:lnTo>
                  <a:lnTo>
                    <a:pt x="100" y="101"/>
                  </a:lnTo>
                  <a:close/>
                  <a:moveTo>
                    <a:pt x="189" y="264"/>
                  </a:moveTo>
                  <a:lnTo>
                    <a:pt x="133" y="264"/>
                  </a:lnTo>
                  <a:lnTo>
                    <a:pt x="133" y="210"/>
                  </a:lnTo>
                  <a:lnTo>
                    <a:pt x="189" y="210"/>
                  </a:lnTo>
                  <a:lnTo>
                    <a:pt x="189" y="264"/>
                  </a:lnTo>
                  <a:close/>
                  <a:moveTo>
                    <a:pt x="189" y="183"/>
                  </a:moveTo>
                  <a:lnTo>
                    <a:pt x="133" y="183"/>
                  </a:lnTo>
                  <a:lnTo>
                    <a:pt x="133" y="128"/>
                  </a:lnTo>
                  <a:lnTo>
                    <a:pt x="189" y="128"/>
                  </a:lnTo>
                  <a:lnTo>
                    <a:pt x="189" y="183"/>
                  </a:lnTo>
                  <a:close/>
                  <a:moveTo>
                    <a:pt x="189" y="101"/>
                  </a:moveTo>
                  <a:lnTo>
                    <a:pt x="133" y="101"/>
                  </a:lnTo>
                  <a:lnTo>
                    <a:pt x="133" y="46"/>
                  </a:lnTo>
                  <a:lnTo>
                    <a:pt x="189" y="46"/>
                  </a:lnTo>
                  <a:lnTo>
                    <a:pt x="189" y="101"/>
                  </a:lnTo>
                  <a:close/>
                  <a:moveTo>
                    <a:pt x="431" y="128"/>
                  </a:moveTo>
                  <a:lnTo>
                    <a:pt x="280" y="128"/>
                  </a:lnTo>
                  <a:cubicBezTo>
                    <a:pt x="274" y="128"/>
                    <a:pt x="269" y="133"/>
                    <a:pt x="269" y="139"/>
                  </a:cubicBezTo>
                  <a:lnTo>
                    <a:pt x="269" y="396"/>
                  </a:lnTo>
                  <a:cubicBezTo>
                    <a:pt x="269" y="397"/>
                    <a:pt x="270" y="397"/>
                    <a:pt x="270" y="397"/>
                  </a:cubicBezTo>
                  <a:lnTo>
                    <a:pt x="330" y="397"/>
                  </a:lnTo>
                  <a:lnTo>
                    <a:pt x="330" y="347"/>
                  </a:lnTo>
                  <a:lnTo>
                    <a:pt x="381" y="347"/>
                  </a:lnTo>
                  <a:lnTo>
                    <a:pt x="381" y="397"/>
                  </a:lnTo>
                  <a:lnTo>
                    <a:pt x="441" y="397"/>
                  </a:lnTo>
                  <a:cubicBezTo>
                    <a:pt x="442" y="397"/>
                    <a:pt x="442" y="396"/>
                    <a:pt x="442" y="396"/>
                  </a:cubicBezTo>
                  <a:lnTo>
                    <a:pt x="442" y="139"/>
                  </a:lnTo>
                  <a:cubicBezTo>
                    <a:pt x="443" y="134"/>
                    <a:pt x="437" y="128"/>
                    <a:pt x="431" y="128"/>
                  </a:cubicBezTo>
                  <a:close/>
                  <a:moveTo>
                    <a:pt x="419" y="305"/>
                  </a:moveTo>
                  <a:lnTo>
                    <a:pt x="291" y="305"/>
                  </a:lnTo>
                  <a:lnTo>
                    <a:pt x="291" y="278"/>
                  </a:lnTo>
                  <a:lnTo>
                    <a:pt x="419" y="278"/>
                  </a:lnTo>
                  <a:lnTo>
                    <a:pt x="419" y="305"/>
                  </a:lnTo>
                  <a:close/>
                  <a:moveTo>
                    <a:pt x="419" y="251"/>
                  </a:moveTo>
                  <a:lnTo>
                    <a:pt x="291" y="251"/>
                  </a:lnTo>
                  <a:lnTo>
                    <a:pt x="291" y="224"/>
                  </a:lnTo>
                  <a:lnTo>
                    <a:pt x="419" y="224"/>
                  </a:lnTo>
                  <a:lnTo>
                    <a:pt x="419" y="251"/>
                  </a:lnTo>
                  <a:close/>
                  <a:moveTo>
                    <a:pt x="419" y="196"/>
                  </a:moveTo>
                  <a:lnTo>
                    <a:pt x="291" y="196"/>
                  </a:lnTo>
                  <a:lnTo>
                    <a:pt x="291" y="169"/>
                  </a:lnTo>
                  <a:lnTo>
                    <a:pt x="419" y="169"/>
                  </a:lnTo>
                  <a:lnTo>
                    <a:pt x="419" y="196"/>
                  </a:lnTo>
                  <a:close/>
                  <a:moveTo>
                    <a:pt x="419" y="196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  <p:sp>
          <p:nvSpPr>
            <p:cNvPr id="100" name="图形"/>
            <p:cNvSpPr/>
            <p:nvPr/>
          </p:nvSpPr>
          <p:spPr>
            <a:xfrm>
              <a:off x="7871" y="1596"/>
              <a:ext cx="825" cy="825"/>
            </a:xfrm>
            <a:prstGeom prst="ellipse">
              <a:avLst/>
            </a:prstGeom>
            <a:gradFill>
              <a:gsLst>
                <a:gs pos="0">
                  <a:srgbClr val="50E7F9"/>
                </a:gs>
                <a:gs pos="87000">
                  <a:srgbClr val="ECCC48"/>
                </a:gs>
              </a:gsLst>
              <a:lin ang="2700000" scaled="0"/>
            </a:gradFill>
            <a:ln w="12700">
              <a:noFill/>
              <a:prstDash val="solid"/>
              <a:miter lim="800000"/>
            </a:ln>
            <a:effectLst>
              <a:outerShdw blurRad="50800" dist="38100" dir="2700000" algn="tl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1" name="图形"/>
            <p:cNvSpPr>
              <a:spLocks noChangeAspect="1"/>
            </p:cNvSpPr>
            <p:nvPr/>
          </p:nvSpPr>
          <p:spPr>
            <a:xfrm>
              <a:off x="8062" y="1820"/>
              <a:ext cx="443" cy="377"/>
            </a:xfrm>
            <a:custGeom>
              <a:avLst/>
              <a:gdLst/>
              <a:ahLst/>
              <a:cxnLst/>
              <a:rect l="0" t="0" r="r" b="b"/>
              <a:pathLst>
                <a:path w="443" h="377">
                  <a:moveTo>
                    <a:pt x="427" y="82"/>
                  </a:moveTo>
                  <a:lnTo>
                    <a:pt x="394" y="82"/>
                  </a:lnTo>
                  <a:lnTo>
                    <a:pt x="394" y="115"/>
                  </a:lnTo>
                  <a:cubicBezTo>
                    <a:pt x="394" y="124"/>
                    <a:pt x="386" y="131"/>
                    <a:pt x="377" y="131"/>
                  </a:cubicBezTo>
                  <a:cubicBezTo>
                    <a:pt x="368" y="131"/>
                    <a:pt x="361" y="124"/>
                    <a:pt x="361" y="115"/>
                  </a:cubicBezTo>
                  <a:lnTo>
                    <a:pt x="361" y="82"/>
                  </a:lnTo>
                  <a:lnTo>
                    <a:pt x="328" y="82"/>
                  </a:lnTo>
                  <a:cubicBezTo>
                    <a:pt x="319" y="82"/>
                    <a:pt x="312" y="75"/>
                    <a:pt x="312" y="66"/>
                  </a:cubicBezTo>
                  <a:cubicBezTo>
                    <a:pt x="312" y="57"/>
                    <a:pt x="319" y="49"/>
                    <a:pt x="328" y="49"/>
                  </a:cubicBezTo>
                  <a:lnTo>
                    <a:pt x="361" y="49"/>
                  </a:lnTo>
                  <a:lnTo>
                    <a:pt x="361" y="16"/>
                  </a:lnTo>
                  <a:cubicBezTo>
                    <a:pt x="361" y="7"/>
                    <a:pt x="368" y="0"/>
                    <a:pt x="377" y="0"/>
                  </a:cubicBezTo>
                  <a:cubicBezTo>
                    <a:pt x="386" y="0"/>
                    <a:pt x="394" y="7"/>
                    <a:pt x="394" y="16"/>
                  </a:cubicBezTo>
                  <a:lnTo>
                    <a:pt x="394" y="49"/>
                  </a:lnTo>
                  <a:lnTo>
                    <a:pt x="427" y="49"/>
                  </a:lnTo>
                  <a:cubicBezTo>
                    <a:pt x="436" y="49"/>
                    <a:pt x="443" y="57"/>
                    <a:pt x="443" y="66"/>
                  </a:cubicBezTo>
                  <a:cubicBezTo>
                    <a:pt x="443" y="75"/>
                    <a:pt x="436" y="82"/>
                    <a:pt x="427" y="82"/>
                  </a:cubicBezTo>
                  <a:close/>
                  <a:moveTo>
                    <a:pt x="328" y="139"/>
                  </a:moveTo>
                  <a:cubicBezTo>
                    <a:pt x="328" y="153"/>
                    <a:pt x="317" y="164"/>
                    <a:pt x="304" y="164"/>
                  </a:cubicBezTo>
                  <a:cubicBezTo>
                    <a:pt x="290" y="164"/>
                    <a:pt x="279" y="153"/>
                    <a:pt x="279" y="139"/>
                  </a:cubicBezTo>
                  <a:cubicBezTo>
                    <a:pt x="279" y="126"/>
                    <a:pt x="290" y="115"/>
                    <a:pt x="304" y="115"/>
                  </a:cubicBezTo>
                  <a:cubicBezTo>
                    <a:pt x="317" y="115"/>
                    <a:pt x="328" y="126"/>
                    <a:pt x="328" y="139"/>
                  </a:cubicBezTo>
                  <a:close/>
                  <a:moveTo>
                    <a:pt x="263" y="82"/>
                  </a:moveTo>
                  <a:lnTo>
                    <a:pt x="33" y="82"/>
                  </a:lnTo>
                  <a:lnTo>
                    <a:pt x="33" y="310"/>
                  </a:lnTo>
                  <a:cubicBezTo>
                    <a:pt x="33" y="310"/>
                    <a:pt x="69" y="150"/>
                    <a:pt x="130" y="150"/>
                  </a:cubicBezTo>
                  <a:cubicBezTo>
                    <a:pt x="171" y="150"/>
                    <a:pt x="212" y="274"/>
                    <a:pt x="238" y="311"/>
                  </a:cubicBezTo>
                  <a:cubicBezTo>
                    <a:pt x="238" y="311"/>
                    <a:pt x="258" y="230"/>
                    <a:pt x="292" y="229"/>
                  </a:cubicBezTo>
                  <a:cubicBezTo>
                    <a:pt x="327" y="229"/>
                    <a:pt x="345" y="310"/>
                    <a:pt x="345" y="310"/>
                  </a:cubicBezTo>
                  <a:lnTo>
                    <a:pt x="361" y="310"/>
                  </a:lnTo>
                  <a:lnTo>
                    <a:pt x="361" y="213"/>
                  </a:lnTo>
                  <a:cubicBezTo>
                    <a:pt x="361" y="204"/>
                    <a:pt x="368" y="197"/>
                    <a:pt x="377" y="197"/>
                  </a:cubicBezTo>
                  <a:cubicBezTo>
                    <a:pt x="386" y="197"/>
                    <a:pt x="394" y="204"/>
                    <a:pt x="394" y="213"/>
                  </a:cubicBezTo>
                  <a:lnTo>
                    <a:pt x="394" y="344"/>
                  </a:lnTo>
                  <a:cubicBezTo>
                    <a:pt x="394" y="362"/>
                    <a:pt x="379" y="377"/>
                    <a:pt x="361" y="377"/>
                  </a:cubicBezTo>
                  <a:lnTo>
                    <a:pt x="33" y="377"/>
                  </a:lnTo>
                  <a:cubicBezTo>
                    <a:pt x="15" y="377"/>
                    <a:pt x="0" y="362"/>
                    <a:pt x="0" y="344"/>
                  </a:cubicBezTo>
                  <a:lnTo>
                    <a:pt x="0" y="82"/>
                  </a:lnTo>
                  <a:cubicBezTo>
                    <a:pt x="0" y="64"/>
                    <a:pt x="15" y="49"/>
                    <a:pt x="33" y="49"/>
                  </a:cubicBezTo>
                  <a:lnTo>
                    <a:pt x="263" y="49"/>
                  </a:lnTo>
                  <a:cubicBezTo>
                    <a:pt x="272" y="49"/>
                    <a:pt x="279" y="57"/>
                    <a:pt x="279" y="66"/>
                  </a:cubicBezTo>
                  <a:cubicBezTo>
                    <a:pt x="279" y="75"/>
                    <a:pt x="272" y="82"/>
                    <a:pt x="263" y="82"/>
                  </a:cubicBezTo>
                  <a:close/>
                  <a:moveTo>
                    <a:pt x="263" y="82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30000"/>
                </a:lnSpc>
              </a:pPr>
              <a:endParaRPr lang="zh-CN">
                <a:latin typeface="微软雅黑"/>
                <a:ea typeface="微软雅黑"/>
              </a:endParaRPr>
            </a:p>
          </p:txBody>
        </p:sp>
      </p:grpSp>
      <p:sp>
        <p:nvSpPr>
          <p:cNvPr id="102" name="图形"/>
          <p:cNvSpPr/>
          <p:nvPr/>
        </p:nvSpPr>
        <p:spPr>
          <a:xfrm rot="19080000">
            <a:off x="1165860" y="1983105"/>
            <a:ext cx="993140" cy="993140"/>
          </a:xfrm>
          <a:prstGeom prst="ellipse">
            <a:avLst/>
          </a:prstGeom>
          <a:gradFill>
            <a:gsLst>
              <a:gs pos="0">
                <a:srgbClr val="FCEE02"/>
              </a:gs>
              <a:gs pos="87000">
                <a:srgbClr val="3F9EFE">
                  <a:alpha val="0"/>
                </a:srgbClr>
              </a:gs>
            </a:gsLst>
            <a:lin ang="5400000" scaled="0"/>
          </a:gradFill>
          <a:ln w="12700">
            <a:noFill/>
            <a:prstDash val="solid"/>
            <a:miter lim="800000"/>
          </a:ln>
          <a:effectLst>
            <a:outerShdw blurRad="50800" dist="38100" dir="5400000" algn="t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>
              <a:lnSpc>
                <a:spcPct val="130000"/>
              </a:lnSpc>
            </a:pPr>
            <a:endParaRPr lang="zh-CN"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grpSp>
        <p:nvGrpSpPr>
          <p:cNvPr id="103" name="图形"/>
          <p:cNvGrpSpPr/>
          <p:nvPr/>
        </p:nvGrpSpPr>
        <p:grpSpPr>
          <a:xfrm flipV="1">
            <a:off x="2134870" y="6246495"/>
            <a:ext cx="7993380" cy="76200"/>
            <a:chOff x="2151" y="9388"/>
            <a:chExt cx="15996" cy="120"/>
          </a:xfrm>
        </p:grpSpPr>
        <p:sp>
          <p:nvSpPr>
            <p:cNvPr id="104" name="图形"/>
            <p:cNvSpPr/>
            <p:nvPr/>
          </p:nvSpPr>
          <p:spPr>
            <a:xfrm flipH="1">
              <a:off x="6120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05" name="图形"/>
            <p:cNvSpPr/>
            <p:nvPr/>
          </p:nvSpPr>
          <p:spPr>
            <a:xfrm flipH="1">
              <a:off x="7443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06" name="图形"/>
            <p:cNvSpPr/>
            <p:nvPr/>
          </p:nvSpPr>
          <p:spPr>
            <a:xfrm flipH="1">
              <a:off x="8766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07" name="图形"/>
            <p:cNvSpPr/>
            <p:nvPr/>
          </p:nvSpPr>
          <p:spPr>
            <a:xfrm flipH="1">
              <a:off x="10089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08" name="图形"/>
            <p:cNvSpPr/>
            <p:nvPr/>
          </p:nvSpPr>
          <p:spPr>
            <a:xfrm flipH="1">
              <a:off x="11412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09" name="图形"/>
            <p:cNvSpPr/>
            <p:nvPr/>
          </p:nvSpPr>
          <p:spPr>
            <a:xfrm flipH="1">
              <a:off x="12735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10" name="图形"/>
            <p:cNvSpPr/>
            <p:nvPr/>
          </p:nvSpPr>
          <p:spPr>
            <a:xfrm flipH="1">
              <a:off x="14058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11" name="图形"/>
            <p:cNvSpPr/>
            <p:nvPr/>
          </p:nvSpPr>
          <p:spPr>
            <a:xfrm flipH="1">
              <a:off x="15381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12" name="图形"/>
            <p:cNvSpPr/>
            <p:nvPr/>
          </p:nvSpPr>
          <p:spPr>
            <a:xfrm flipH="1">
              <a:off x="16704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13" name="图形"/>
            <p:cNvSpPr/>
            <p:nvPr/>
          </p:nvSpPr>
          <p:spPr>
            <a:xfrm flipH="1">
              <a:off x="18027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14" name="图形"/>
            <p:cNvSpPr/>
            <p:nvPr/>
          </p:nvSpPr>
          <p:spPr>
            <a:xfrm flipH="1">
              <a:off x="2151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15" name="图形"/>
            <p:cNvSpPr/>
            <p:nvPr/>
          </p:nvSpPr>
          <p:spPr>
            <a:xfrm flipH="1">
              <a:off x="3474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  <p:sp>
          <p:nvSpPr>
            <p:cNvPr id="116" name="图形"/>
            <p:cNvSpPr/>
            <p:nvPr/>
          </p:nvSpPr>
          <p:spPr>
            <a:xfrm flipH="1">
              <a:off x="4797" y="9388"/>
              <a:ext cx="120" cy="12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gradFill>
                  <a:gsLst>
                    <a:gs pos="57000">
                      <a:schemeClr val="bg1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latin typeface="微软雅黑"/>
                <a:ea typeface="微软雅黑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lvl="0" algn="l" defTabSz="914400">
        <a:lnSpc>
          <a:spcPct val="100000"/>
        </a:lnSpc>
        <a:spcBef>
          <a:spcPct val="1"/>
        </a:spcBef>
        <a:buNone/>
        <a:defRPr sz="3600" b="1" u="none" strike="noStrike" kern="1200" spc="300" baseline="0">
          <a:solidFill>
            <a:schemeClr val="tx1">
              <a:lumMod val="85000"/>
              <a:lumOff val="15000"/>
            </a:schemeClr>
          </a:solidFill>
          <a:latin typeface="Arial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charset="0"/>
        <a:buChar char="●"/>
        <a:defRPr sz="1800" u="none" strike="noStrike" kern="1200" spc="150" baseline="0">
          <a:solidFill>
            <a:schemeClr val="tx1">
              <a:lumMod val="65000"/>
              <a:lumOff val="35000"/>
            </a:schemeClr>
          </a:solidFill>
          <a:latin typeface="Arial"/>
          <a:ea typeface="微软雅黑"/>
        </a:defRPr>
      </a:lvl1pPr>
      <a:lvl2pPr marL="685800" lvl="1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charset="0"/>
        <a:buChar char="●"/>
        <a:defRPr sz="1600" u="none" strike="noStrike" kern="1200" spc="150" baseline="0">
          <a:solidFill>
            <a:schemeClr val="tx1">
              <a:lumMod val="65000"/>
              <a:lumOff val="35000"/>
            </a:schemeClr>
          </a:solidFill>
          <a:latin typeface="Arial"/>
          <a:ea typeface="微软雅黑"/>
        </a:defRPr>
      </a:lvl2pPr>
      <a:lvl3pPr marL="1143000" lvl="2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charset="0"/>
        <a:buChar char="●"/>
        <a:defRPr sz="1600" u="none" strike="noStrike" kern="1200" spc="150" baseline="0">
          <a:solidFill>
            <a:schemeClr val="tx1">
              <a:lumMod val="65000"/>
              <a:lumOff val="35000"/>
            </a:schemeClr>
          </a:solidFill>
          <a:latin typeface="Arial"/>
          <a:ea typeface="微软雅黑"/>
        </a:defRPr>
      </a:lvl3pPr>
      <a:lvl4pPr marL="1600200" lvl="3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charset="0"/>
        <a:buChar char=""/>
        <a:defRPr sz="1400" u="none" strike="noStrike" kern="1200" spc="150" baseline="0">
          <a:solidFill>
            <a:schemeClr val="tx1">
              <a:lumMod val="65000"/>
              <a:lumOff val="35000"/>
            </a:schemeClr>
          </a:solidFill>
          <a:latin typeface="Arial"/>
          <a:ea typeface="微软雅黑"/>
        </a:defRPr>
      </a:lvl4pPr>
      <a:lvl5pPr marL="2057400" lvl="4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charset="0"/>
        <a:buChar char="•"/>
        <a:defRPr sz="1400" u="none" strike="noStrike" kern="1200" spc="150" baseline="0">
          <a:solidFill>
            <a:schemeClr val="tx1">
              <a:lumMod val="65000"/>
              <a:lumOff val="35000"/>
            </a:schemeClr>
          </a:solidFill>
          <a:latin typeface="Arial"/>
          <a:ea typeface="微软雅黑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字魂58号-创中黑"/>
          <a:ea typeface="字魂58号-创中黑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字魂58号-创中黑"/>
          <a:ea typeface="字魂58号-创中黑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字魂58号-创中黑"/>
          <a:ea typeface="字魂58号-创中黑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字魂58号-创中黑"/>
          <a:ea typeface="字魂58号-创中黑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1pPr>
      <a:lvl2pPr marL="457200" lvl="1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2pPr>
      <a:lvl3pPr marL="914400" lvl="2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3pPr>
      <a:lvl4pPr marL="1371600" lvl="3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4pPr>
      <a:lvl5pPr marL="1828800" lvl="4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5pPr>
      <a:lvl6pPr marL="2286000" lvl="5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6pPr>
      <a:lvl7pPr marL="2743200" lvl="6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7pPr>
      <a:lvl8pPr marL="3200400" lvl="7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8pPr>
      <a:lvl9pPr marL="3657600" lvl="8" algn="l" defTabSz="914400">
        <a:defRPr sz="1800" kern="1200">
          <a:solidFill>
            <a:schemeClr val="tx1"/>
          </a:solidFill>
          <a:latin typeface="字魂58号-创中黑"/>
          <a:ea typeface="字魂58号-创中黑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cover&quot;,&quot;continueWritingContext&quot;:{&quot;outline&quot;:&quot;# 美食推荐AI项目分享\n## 项目背景与动机\n### 项目核心目标\n- 小模型推荐能力提升\n- 真实数据驱动推荐\n- 本地化运行优势\n- 个性化需求满足\n### 技术实现路径\n- Agent数据生成方案\n- 小模型微调策略\n- 工具链组合设计\n- 数据真实性保障\n### 项目创新亮点\n- 真实地理数据源\n- 智能偏好编排\n- 无API本地运行\n- 算法创新融合\n## 项目目标与规划\n### 核心功能目标\n- 智能Agent构建\n- 高质量数据生成\n- 小模型精准微调\n- 本地推荐实现\n### Agent功能设计\n- 地图API工具调用\n- 用户偏好生成\n- 餐厅信息整合\n- 结构化数据输出\n### 模型微调方案\n- LoRA微调方法\n- 训练数据格式\n- 参数高效更新\n- 低显存需求\n## 系统架构与流程\n### 整体系统架构\n- 流程图设计\n- 模块协同机制\n- 数据流转路径\n- 功能分层设计\n### Agent执行框架\n- smolagents选型\n- 工具调用支持\n- 计划执行能力\n- 本地云端适配\n### 工具链组合\n- 地理位置查询\n- 偏好生成功能\n- 餐厅筛选排序\n- 多步骤决策\n## 数据集构建过程\n### 数据生成流程\n- 种子数据准备\n- 偏好场景生成\n- API数据获取\n- 结构化处理\n### 数据特点优势\n- 真实餐厅信息\n- 丰富偏好场景\n- 统一JSON格式\n- 多场景扩展性\n### 数据质量控制\n- 信息真实性保障\n- 结构化严格标准\n- 场景多样性设计\n- 数据规模控制\n## 模型微调与训练\n### 微调技术方案\n- LoRA方法优势\n- 参数高效更新\n- 显存需求优化\n- 训练效率提升\n### 训练数据设计\n- 输入格式规范\n- 输出内容标准\n- 案例示范展示\n- 数据质量要求\n### 模型能力构建\n- 地理位置理解\n- 偏好推理能力\n- 综合推荐逻辑\n- 本地运行适配\n## 实验结果验证\n### 模型核心能力\n- 地理理解能力\n- 偏好匹配准确\n- 综合推荐优化\n- 无API独立运行\n### 测试效果展示\n- 一致性表现\n- 偏好匹配率\n- 地理合理性\n- 答案稳定性\n### 性能评估指标\n- 推荐准确性\n- 响应效率\n- 用户满意度\n- 模型稳定性\n## 应用场景拓展\n### 核心应用场景\n- 商圈店铺推荐\n- 旅游行程辅助\n- 校园生活服务\n- 本地美食推荐\n### 扩展应用方向\n- 多模态问答系统\n- 地图图片集成\n- 跨场景推荐\n- 个性化定制\n### 部署优势特点\n- 本地化运行\n- 低资源需求\n- 高响应速度\n- 隐私安全保障\n## 项目总结回顾\n### 项目核心成果\n- 真实数据生成\n- 小模型微调\n- 本地化推荐\n- 创新方案验证\n### 技术方案亮点\n- Agent工具链\n- LoRA微调\n- 数据真实性\n- 轻量级实现\n### 项目价值意义\n- 算法创新性\n- 应用落地性\n- 成本效益比\n- 未来发展潜力\n&quot;,&quot;templateId&quot;:&quot;j1bb43e1tjr75ej4ykwes5fmur&quot;,&quot;conversationId&quot;:&quot;9fe55f1e-f636-4373-9377-38ff148e813f&quot;,&quot;messageId&quot;:&quot;c1458c3207fa422cb4ee1a0c5e1cc59e&quot;,&quot;enableImageGeneration&quot;:true},&quot;__version&quot;:2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 descr="{&quot;isTemplate&quot;:true,&quot;type&quot;:&quot;title&quot;,&quot;canOmit&quot;:false}"/>
          <p:cNvSpPr>
            <a:spLocks noGrp="1"/>
          </p:cNvSpPr>
          <p:nvPr/>
        </p:nvSpPr>
        <p:spPr>
          <a:xfrm>
            <a:off x="1265404" y="2381813"/>
            <a:ext cx="9909914" cy="981216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lang="zh-CN" sz="5400" b="1" i="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 typeface="Arial" charset="0"/>
              <a:buNone/>
            </a:pPr>
            <a:r>
              <a:rPr lang="zh-CN" altLang="en-US" sz="4400" dirty="0">
                <a:gradFill>
                  <a:gsLst>
                    <a:gs pos="0">
                      <a:srgbClr val="FFFF00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3500000" scaled="0"/>
                </a:gradFill>
                <a:effectLst>
                  <a:outerShdw blurRad="38100" dist="38100" dir="2700000" algn="tl">
                    <a:srgbClr val="262626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基于真实地图和用户偏好的</a:t>
            </a:r>
            <a:r>
              <a:rPr lang="zh-CN" sz="4400" dirty="0">
                <a:gradFill>
                  <a:gsLst>
                    <a:gs pos="0">
                      <a:srgbClr val="FFFF00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3500000" scaled="0"/>
                </a:gradFill>
                <a:effectLst>
                  <a:outerShdw blurRad="38100" dist="38100" dir="2700000" algn="tl">
                    <a:srgbClr val="262626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美食推荐AI</a:t>
            </a:r>
            <a:endParaRPr dirty="0"/>
          </a:p>
        </p:txBody>
      </p:sp>
      <p:grpSp>
        <p:nvGrpSpPr>
          <p:cNvPr id="3" name="图形"/>
          <p:cNvGrpSpPr/>
          <p:nvPr/>
        </p:nvGrpSpPr>
        <p:grpSpPr>
          <a:xfrm>
            <a:off x="3819525" y="4956175"/>
            <a:ext cx="3700145" cy="396240"/>
            <a:chOff x="6015" y="7805"/>
            <a:chExt cx="5827" cy="624"/>
          </a:xfrm>
        </p:grpSpPr>
        <p:sp>
          <p:nvSpPr>
            <p:cNvPr id="4" name="图形"/>
            <p:cNvSpPr/>
            <p:nvPr/>
          </p:nvSpPr>
          <p:spPr>
            <a:xfrm>
              <a:off x="6015" y="7805"/>
              <a:ext cx="548" cy="548"/>
            </a:xfrm>
            <a:prstGeom prst="ellipse">
              <a:avLst/>
            </a:prstGeom>
            <a:gradFill>
              <a:gsLst>
                <a:gs pos="4000">
                  <a:srgbClr val="ECCC48"/>
                </a:gs>
                <a:gs pos="100000">
                  <a:srgbClr val="57E3F3"/>
                </a:gs>
              </a:gsLst>
              <a:lin ang="13500000" scaled="0"/>
            </a:gradFill>
            <a:ln w="12700">
              <a:noFill/>
              <a:prstDash val="solid"/>
              <a:miter lim="800000"/>
            </a:ln>
            <a:effectLst>
              <a:outerShdw blurRad="63500" sx="102000" sy="102000" algn="ctr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tx1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5" name="图形"/>
            <p:cNvGrpSpPr/>
            <p:nvPr/>
          </p:nvGrpSpPr>
          <p:grpSpPr>
            <a:xfrm>
              <a:off x="6092" y="7959"/>
              <a:ext cx="384" cy="255"/>
              <a:chOff x="2751138" y="4071938"/>
              <a:chExt cx="1558925" cy="1158875"/>
            </a:xfrm>
            <a:solidFill>
              <a:schemeClr val="bg1"/>
            </a:solidFill>
          </p:grpSpPr>
          <p:sp>
            <p:nvSpPr>
              <p:cNvPr id="6" name="图形"/>
              <p:cNvSpPr/>
              <p:nvPr/>
            </p:nvSpPr>
            <p:spPr>
              <a:xfrm>
                <a:off x="3770313" y="4562475"/>
                <a:ext cx="539750" cy="477838"/>
              </a:xfrm>
              <a:custGeom>
                <a:avLst/>
                <a:gdLst/>
                <a:ahLst/>
                <a:cxnLst/>
                <a:rect l="0" t="0" r="r" b="b"/>
                <a:pathLst>
                  <a:path w="539750" h="477838">
                    <a:moveTo>
                      <a:pt x="404813" y="0"/>
                    </a:moveTo>
                    <a:lnTo>
                      <a:pt x="215900" y="157163"/>
                    </a:lnTo>
                    <a:lnTo>
                      <a:pt x="44450" y="12700"/>
                    </a:lnTo>
                    <a:lnTo>
                      <a:pt x="44450" y="12700"/>
                    </a:lnTo>
                    <a:lnTo>
                      <a:pt x="22225" y="49213"/>
                    </a:lnTo>
                    <a:lnTo>
                      <a:pt x="0" y="79375"/>
                    </a:lnTo>
                    <a:lnTo>
                      <a:pt x="0" y="79375"/>
                    </a:lnTo>
                    <a:lnTo>
                      <a:pt x="38100" y="111125"/>
                    </a:lnTo>
                    <a:lnTo>
                      <a:pt x="74613" y="150813"/>
                    </a:lnTo>
                    <a:lnTo>
                      <a:pt x="107950" y="193675"/>
                    </a:lnTo>
                    <a:lnTo>
                      <a:pt x="133350" y="236538"/>
                    </a:lnTo>
                    <a:lnTo>
                      <a:pt x="157163" y="285750"/>
                    </a:lnTo>
                    <a:lnTo>
                      <a:pt x="173038" y="338138"/>
                    </a:lnTo>
                    <a:lnTo>
                      <a:pt x="182563" y="393700"/>
                    </a:lnTo>
                    <a:lnTo>
                      <a:pt x="185738" y="449263"/>
                    </a:lnTo>
                    <a:lnTo>
                      <a:pt x="185738" y="449263"/>
                    </a:lnTo>
                    <a:lnTo>
                      <a:pt x="182563" y="477838"/>
                    </a:lnTo>
                    <a:lnTo>
                      <a:pt x="182563" y="477838"/>
                    </a:lnTo>
                    <a:lnTo>
                      <a:pt x="215900" y="477838"/>
                    </a:lnTo>
                    <a:lnTo>
                      <a:pt x="215900" y="477838"/>
                    </a:lnTo>
                    <a:lnTo>
                      <a:pt x="265113" y="474663"/>
                    </a:lnTo>
                    <a:lnTo>
                      <a:pt x="317500" y="465138"/>
                    </a:lnTo>
                    <a:lnTo>
                      <a:pt x="369888" y="452438"/>
                    </a:lnTo>
                    <a:lnTo>
                      <a:pt x="422275" y="428625"/>
                    </a:lnTo>
                    <a:lnTo>
                      <a:pt x="447675" y="415925"/>
                    </a:lnTo>
                    <a:lnTo>
                      <a:pt x="468313" y="400050"/>
                    </a:lnTo>
                    <a:lnTo>
                      <a:pt x="487363" y="384175"/>
                    </a:lnTo>
                    <a:lnTo>
                      <a:pt x="506413" y="363538"/>
                    </a:lnTo>
                    <a:lnTo>
                      <a:pt x="520700" y="344488"/>
                    </a:lnTo>
                    <a:lnTo>
                      <a:pt x="530225" y="323850"/>
                    </a:lnTo>
                    <a:lnTo>
                      <a:pt x="536575" y="301625"/>
                    </a:lnTo>
                    <a:lnTo>
                      <a:pt x="539750" y="279400"/>
                    </a:lnTo>
                    <a:lnTo>
                      <a:pt x="539750" y="279400"/>
                    </a:lnTo>
                    <a:lnTo>
                      <a:pt x="536575" y="236538"/>
                    </a:lnTo>
                    <a:lnTo>
                      <a:pt x="530225" y="193675"/>
                    </a:lnTo>
                    <a:lnTo>
                      <a:pt x="520700" y="153988"/>
                    </a:lnTo>
                    <a:lnTo>
                      <a:pt x="503238" y="117475"/>
                    </a:lnTo>
                    <a:lnTo>
                      <a:pt x="484188" y="85725"/>
                    </a:lnTo>
                    <a:lnTo>
                      <a:pt x="460375" y="52388"/>
                    </a:lnTo>
                    <a:lnTo>
                      <a:pt x="434975" y="23813"/>
                    </a:lnTo>
                    <a:lnTo>
                      <a:pt x="404813" y="0"/>
                    </a:lnTo>
                    <a:lnTo>
                      <a:pt x="40481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/>
              <a:lstStyle/>
              <a:p>
                <a:pPr>
                  <a:lnSpc>
                    <a:spcPct val="130000"/>
                  </a:lnSpc>
                </a:pPr>
                <a:endParaRPr lang="zh-CN">
                  <a:solidFill>
                    <a:schemeClr val="tx1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3773488" y="4071938"/>
                <a:ext cx="441325" cy="450850"/>
              </a:xfrm>
              <a:custGeom>
                <a:avLst/>
                <a:gdLst/>
                <a:ahLst/>
                <a:cxnLst/>
                <a:rect l="0" t="0" r="r" b="b"/>
                <a:pathLst>
                  <a:path w="441325" h="450850">
                    <a:moveTo>
                      <a:pt x="77788" y="357188"/>
                    </a:moveTo>
                    <a:lnTo>
                      <a:pt x="77788" y="357188"/>
                    </a:lnTo>
                    <a:lnTo>
                      <a:pt x="77788" y="379413"/>
                    </a:lnTo>
                    <a:lnTo>
                      <a:pt x="74613" y="404813"/>
                    </a:lnTo>
                    <a:lnTo>
                      <a:pt x="74613" y="404813"/>
                    </a:lnTo>
                    <a:lnTo>
                      <a:pt x="104775" y="425450"/>
                    </a:lnTo>
                    <a:lnTo>
                      <a:pt x="139700" y="438150"/>
                    </a:lnTo>
                    <a:lnTo>
                      <a:pt x="176213" y="447675"/>
                    </a:lnTo>
                    <a:lnTo>
                      <a:pt x="212725" y="450850"/>
                    </a:lnTo>
                    <a:lnTo>
                      <a:pt x="212725" y="450850"/>
                    </a:lnTo>
                    <a:lnTo>
                      <a:pt x="234950" y="450850"/>
                    </a:lnTo>
                    <a:lnTo>
                      <a:pt x="258763" y="447675"/>
                    </a:lnTo>
                    <a:lnTo>
                      <a:pt x="280988" y="441325"/>
                    </a:lnTo>
                    <a:lnTo>
                      <a:pt x="300038" y="434975"/>
                    </a:lnTo>
                    <a:lnTo>
                      <a:pt x="320675" y="425450"/>
                    </a:lnTo>
                    <a:lnTo>
                      <a:pt x="339725" y="412750"/>
                    </a:lnTo>
                    <a:lnTo>
                      <a:pt x="355600" y="398463"/>
                    </a:lnTo>
                    <a:lnTo>
                      <a:pt x="373063" y="385763"/>
                    </a:lnTo>
                    <a:lnTo>
                      <a:pt x="388938" y="369888"/>
                    </a:lnTo>
                    <a:lnTo>
                      <a:pt x="401638" y="352425"/>
                    </a:lnTo>
                    <a:lnTo>
                      <a:pt x="412750" y="333375"/>
                    </a:lnTo>
                    <a:lnTo>
                      <a:pt x="422275" y="314325"/>
                    </a:lnTo>
                    <a:lnTo>
                      <a:pt x="431800" y="293688"/>
                    </a:lnTo>
                    <a:lnTo>
                      <a:pt x="434975" y="271463"/>
                    </a:lnTo>
                    <a:lnTo>
                      <a:pt x="438150" y="247650"/>
                    </a:lnTo>
                    <a:lnTo>
                      <a:pt x="441325" y="225425"/>
                    </a:lnTo>
                    <a:lnTo>
                      <a:pt x="441325" y="225425"/>
                    </a:lnTo>
                    <a:lnTo>
                      <a:pt x="438150" y="203200"/>
                    </a:lnTo>
                    <a:lnTo>
                      <a:pt x="434975" y="179388"/>
                    </a:lnTo>
                    <a:lnTo>
                      <a:pt x="431800" y="157163"/>
                    </a:lnTo>
                    <a:lnTo>
                      <a:pt x="422275" y="136525"/>
                    </a:lnTo>
                    <a:lnTo>
                      <a:pt x="412750" y="117475"/>
                    </a:lnTo>
                    <a:lnTo>
                      <a:pt x="401638" y="98425"/>
                    </a:lnTo>
                    <a:lnTo>
                      <a:pt x="388938" y="80963"/>
                    </a:lnTo>
                    <a:lnTo>
                      <a:pt x="373063" y="65088"/>
                    </a:lnTo>
                    <a:lnTo>
                      <a:pt x="355600" y="49213"/>
                    </a:lnTo>
                    <a:lnTo>
                      <a:pt x="339725" y="34925"/>
                    </a:lnTo>
                    <a:lnTo>
                      <a:pt x="320675" y="25400"/>
                    </a:lnTo>
                    <a:lnTo>
                      <a:pt x="300038" y="15875"/>
                    </a:lnTo>
                    <a:lnTo>
                      <a:pt x="280988" y="9525"/>
                    </a:lnTo>
                    <a:lnTo>
                      <a:pt x="258763" y="3175"/>
                    </a:lnTo>
                    <a:lnTo>
                      <a:pt x="234950" y="0"/>
                    </a:lnTo>
                    <a:lnTo>
                      <a:pt x="212725" y="0"/>
                    </a:lnTo>
                    <a:lnTo>
                      <a:pt x="212725" y="0"/>
                    </a:lnTo>
                    <a:lnTo>
                      <a:pt x="176213" y="0"/>
                    </a:lnTo>
                    <a:lnTo>
                      <a:pt x="142875" y="9525"/>
                    </a:lnTo>
                    <a:lnTo>
                      <a:pt x="111125" y="22225"/>
                    </a:lnTo>
                    <a:lnTo>
                      <a:pt x="80963" y="38100"/>
                    </a:lnTo>
                    <a:lnTo>
                      <a:pt x="55563" y="61913"/>
                    </a:lnTo>
                    <a:lnTo>
                      <a:pt x="31750" y="87313"/>
                    </a:lnTo>
                    <a:lnTo>
                      <a:pt x="15875" y="114300"/>
                    </a:lnTo>
                    <a:lnTo>
                      <a:pt x="0" y="146050"/>
                    </a:lnTo>
                    <a:lnTo>
                      <a:pt x="0" y="146050"/>
                    </a:lnTo>
                    <a:lnTo>
                      <a:pt x="19050" y="169863"/>
                    </a:lnTo>
                    <a:lnTo>
                      <a:pt x="31750" y="192088"/>
                    </a:lnTo>
                    <a:lnTo>
                      <a:pt x="44450" y="215900"/>
                    </a:lnTo>
                    <a:lnTo>
                      <a:pt x="58738" y="241300"/>
                    </a:lnTo>
                    <a:lnTo>
                      <a:pt x="68263" y="268288"/>
                    </a:lnTo>
                    <a:lnTo>
                      <a:pt x="74613" y="296863"/>
                    </a:lnTo>
                    <a:lnTo>
                      <a:pt x="77788" y="327025"/>
                    </a:lnTo>
                    <a:lnTo>
                      <a:pt x="77788" y="357188"/>
                    </a:lnTo>
                    <a:lnTo>
                      <a:pt x="77788" y="357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/>
              <a:lstStyle/>
              <a:p>
                <a:pPr>
                  <a:lnSpc>
                    <a:spcPct val="130000"/>
                  </a:lnSpc>
                </a:pPr>
                <a:endParaRPr lang="zh-CN">
                  <a:solidFill>
                    <a:schemeClr val="tx1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8" name="图形"/>
              <p:cNvSpPr/>
              <p:nvPr/>
            </p:nvSpPr>
            <p:spPr>
              <a:xfrm>
                <a:off x="2751138" y="4562475"/>
                <a:ext cx="542925" cy="477838"/>
              </a:xfrm>
              <a:custGeom>
                <a:avLst/>
                <a:gdLst/>
                <a:ahLst/>
                <a:cxnLst/>
                <a:rect l="0" t="0" r="r" b="b"/>
                <a:pathLst>
                  <a:path w="542925" h="477838">
                    <a:moveTo>
                      <a:pt x="323850" y="477838"/>
                    </a:moveTo>
                    <a:lnTo>
                      <a:pt x="323850" y="477838"/>
                    </a:lnTo>
                    <a:lnTo>
                      <a:pt x="357188" y="477838"/>
                    </a:lnTo>
                    <a:lnTo>
                      <a:pt x="357188" y="477838"/>
                    </a:lnTo>
                    <a:lnTo>
                      <a:pt x="357188" y="449263"/>
                    </a:lnTo>
                    <a:lnTo>
                      <a:pt x="357188" y="449263"/>
                    </a:lnTo>
                    <a:lnTo>
                      <a:pt x="360363" y="393700"/>
                    </a:lnTo>
                    <a:lnTo>
                      <a:pt x="369888" y="338138"/>
                    </a:lnTo>
                    <a:lnTo>
                      <a:pt x="385763" y="285750"/>
                    </a:lnTo>
                    <a:lnTo>
                      <a:pt x="406400" y="236538"/>
                    </a:lnTo>
                    <a:lnTo>
                      <a:pt x="431800" y="193675"/>
                    </a:lnTo>
                    <a:lnTo>
                      <a:pt x="465138" y="150813"/>
                    </a:lnTo>
                    <a:lnTo>
                      <a:pt x="501650" y="111125"/>
                    </a:lnTo>
                    <a:lnTo>
                      <a:pt x="542925" y="79375"/>
                    </a:lnTo>
                    <a:lnTo>
                      <a:pt x="542925" y="79375"/>
                    </a:lnTo>
                    <a:lnTo>
                      <a:pt x="517525" y="49213"/>
                    </a:lnTo>
                    <a:lnTo>
                      <a:pt x="496888" y="12700"/>
                    </a:lnTo>
                    <a:lnTo>
                      <a:pt x="323850" y="157163"/>
                    </a:lnTo>
                    <a:lnTo>
                      <a:pt x="133350" y="0"/>
                    </a:lnTo>
                    <a:lnTo>
                      <a:pt x="133350" y="0"/>
                    </a:lnTo>
                    <a:lnTo>
                      <a:pt x="104775" y="23813"/>
                    </a:lnTo>
                    <a:lnTo>
                      <a:pt x="77788" y="52388"/>
                    </a:lnTo>
                    <a:lnTo>
                      <a:pt x="55563" y="85725"/>
                    </a:lnTo>
                    <a:lnTo>
                      <a:pt x="36513" y="117475"/>
                    </a:lnTo>
                    <a:lnTo>
                      <a:pt x="22225" y="153988"/>
                    </a:lnTo>
                    <a:lnTo>
                      <a:pt x="9525" y="193675"/>
                    </a:lnTo>
                    <a:lnTo>
                      <a:pt x="3175" y="236538"/>
                    </a:lnTo>
                    <a:lnTo>
                      <a:pt x="0" y="279400"/>
                    </a:lnTo>
                    <a:lnTo>
                      <a:pt x="0" y="279400"/>
                    </a:lnTo>
                    <a:lnTo>
                      <a:pt x="3175" y="301625"/>
                    </a:lnTo>
                    <a:lnTo>
                      <a:pt x="9525" y="323850"/>
                    </a:lnTo>
                    <a:lnTo>
                      <a:pt x="19050" y="344488"/>
                    </a:lnTo>
                    <a:lnTo>
                      <a:pt x="36513" y="363538"/>
                    </a:lnTo>
                    <a:lnTo>
                      <a:pt x="52388" y="384175"/>
                    </a:lnTo>
                    <a:lnTo>
                      <a:pt x="71438" y="400050"/>
                    </a:lnTo>
                    <a:lnTo>
                      <a:pt x="95250" y="415925"/>
                    </a:lnTo>
                    <a:lnTo>
                      <a:pt x="117475" y="428625"/>
                    </a:lnTo>
                    <a:lnTo>
                      <a:pt x="169863" y="452438"/>
                    </a:lnTo>
                    <a:lnTo>
                      <a:pt x="222250" y="465138"/>
                    </a:lnTo>
                    <a:lnTo>
                      <a:pt x="274638" y="474663"/>
                    </a:lnTo>
                    <a:lnTo>
                      <a:pt x="323850" y="477838"/>
                    </a:lnTo>
                    <a:lnTo>
                      <a:pt x="323850" y="47783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/>
              <a:lstStyle/>
              <a:p>
                <a:pPr>
                  <a:lnSpc>
                    <a:spcPct val="130000"/>
                  </a:lnSpc>
                </a:pPr>
                <a:endParaRPr lang="zh-CN">
                  <a:solidFill>
                    <a:schemeClr val="tx1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2849563" y="4071938"/>
                <a:ext cx="438150" cy="450850"/>
              </a:xfrm>
              <a:custGeom>
                <a:avLst/>
                <a:gdLst/>
                <a:ahLst/>
                <a:cxnLst/>
                <a:rect l="0" t="0" r="r" b="b"/>
                <a:pathLst>
                  <a:path w="438150" h="450850">
                    <a:moveTo>
                      <a:pt x="225425" y="450850"/>
                    </a:moveTo>
                    <a:lnTo>
                      <a:pt x="225425" y="450850"/>
                    </a:lnTo>
                    <a:lnTo>
                      <a:pt x="265113" y="447675"/>
                    </a:lnTo>
                    <a:lnTo>
                      <a:pt x="301625" y="438150"/>
                    </a:lnTo>
                    <a:lnTo>
                      <a:pt x="333375" y="425450"/>
                    </a:lnTo>
                    <a:lnTo>
                      <a:pt x="363538" y="404813"/>
                    </a:lnTo>
                    <a:lnTo>
                      <a:pt x="363538" y="404813"/>
                    </a:lnTo>
                    <a:lnTo>
                      <a:pt x="363538" y="379413"/>
                    </a:lnTo>
                    <a:lnTo>
                      <a:pt x="360363" y="357188"/>
                    </a:lnTo>
                    <a:lnTo>
                      <a:pt x="360363" y="357188"/>
                    </a:lnTo>
                    <a:lnTo>
                      <a:pt x="363538" y="327025"/>
                    </a:lnTo>
                    <a:lnTo>
                      <a:pt x="366713" y="296863"/>
                    </a:lnTo>
                    <a:lnTo>
                      <a:pt x="373063" y="268288"/>
                    </a:lnTo>
                    <a:lnTo>
                      <a:pt x="382588" y="241300"/>
                    </a:lnTo>
                    <a:lnTo>
                      <a:pt x="392113" y="215900"/>
                    </a:lnTo>
                    <a:lnTo>
                      <a:pt x="406400" y="192088"/>
                    </a:lnTo>
                    <a:lnTo>
                      <a:pt x="422275" y="169863"/>
                    </a:lnTo>
                    <a:lnTo>
                      <a:pt x="438150" y="146050"/>
                    </a:lnTo>
                    <a:lnTo>
                      <a:pt x="438150" y="146050"/>
                    </a:lnTo>
                    <a:lnTo>
                      <a:pt x="425450" y="114300"/>
                    </a:lnTo>
                    <a:lnTo>
                      <a:pt x="406400" y="87313"/>
                    </a:lnTo>
                    <a:lnTo>
                      <a:pt x="382588" y="61913"/>
                    </a:lnTo>
                    <a:lnTo>
                      <a:pt x="357188" y="38100"/>
                    </a:lnTo>
                    <a:lnTo>
                      <a:pt x="327025" y="22225"/>
                    </a:lnTo>
                    <a:lnTo>
                      <a:pt x="293688" y="9525"/>
                    </a:lnTo>
                    <a:lnTo>
                      <a:pt x="261938" y="0"/>
                    </a:lnTo>
                    <a:lnTo>
                      <a:pt x="225425" y="0"/>
                    </a:lnTo>
                    <a:lnTo>
                      <a:pt x="225425" y="0"/>
                    </a:lnTo>
                    <a:lnTo>
                      <a:pt x="203200" y="0"/>
                    </a:lnTo>
                    <a:lnTo>
                      <a:pt x="179388" y="3175"/>
                    </a:lnTo>
                    <a:lnTo>
                      <a:pt x="157163" y="9525"/>
                    </a:lnTo>
                    <a:lnTo>
                      <a:pt x="136525" y="15875"/>
                    </a:lnTo>
                    <a:lnTo>
                      <a:pt x="117475" y="25400"/>
                    </a:lnTo>
                    <a:lnTo>
                      <a:pt x="98425" y="34925"/>
                    </a:lnTo>
                    <a:lnTo>
                      <a:pt x="80963" y="49213"/>
                    </a:lnTo>
                    <a:lnTo>
                      <a:pt x="65088" y="65088"/>
                    </a:lnTo>
                    <a:lnTo>
                      <a:pt x="49213" y="80963"/>
                    </a:lnTo>
                    <a:lnTo>
                      <a:pt x="34925" y="98425"/>
                    </a:lnTo>
                    <a:lnTo>
                      <a:pt x="25400" y="117475"/>
                    </a:lnTo>
                    <a:lnTo>
                      <a:pt x="15875" y="136525"/>
                    </a:lnTo>
                    <a:lnTo>
                      <a:pt x="9525" y="157163"/>
                    </a:lnTo>
                    <a:lnTo>
                      <a:pt x="3175" y="179388"/>
                    </a:lnTo>
                    <a:lnTo>
                      <a:pt x="0" y="203200"/>
                    </a:lnTo>
                    <a:lnTo>
                      <a:pt x="0" y="225425"/>
                    </a:lnTo>
                    <a:lnTo>
                      <a:pt x="0" y="225425"/>
                    </a:lnTo>
                    <a:lnTo>
                      <a:pt x="0" y="247650"/>
                    </a:lnTo>
                    <a:lnTo>
                      <a:pt x="3175" y="271463"/>
                    </a:lnTo>
                    <a:lnTo>
                      <a:pt x="9525" y="293688"/>
                    </a:lnTo>
                    <a:lnTo>
                      <a:pt x="15875" y="314325"/>
                    </a:lnTo>
                    <a:lnTo>
                      <a:pt x="25400" y="333375"/>
                    </a:lnTo>
                    <a:lnTo>
                      <a:pt x="34925" y="352425"/>
                    </a:lnTo>
                    <a:lnTo>
                      <a:pt x="49213" y="369888"/>
                    </a:lnTo>
                    <a:lnTo>
                      <a:pt x="65088" y="385763"/>
                    </a:lnTo>
                    <a:lnTo>
                      <a:pt x="80963" y="398463"/>
                    </a:lnTo>
                    <a:lnTo>
                      <a:pt x="98425" y="412750"/>
                    </a:lnTo>
                    <a:lnTo>
                      <a:pt x="117475" y="425450"/>
                    </a:lnTo>
                    <a:lnTo>
                      <a:pt x="136525" y="434975"/>
                    </a:lnTo>
                    <a:lnTo>
                      <a:pt x="157163" y="441325"/>
                    </a:lnTo>
                    <a:lnTo>
                      <a:pt x="179388" y="447675"/>
                    </a:lnTo>
                    <a:lnTo>
                      <a:pt x="203200" y="450850"/>
                    </a:lnTo>
                    <a:lnTo>
                      <a:pt x="225425" y="450850"/>
                    </a:lnTo>
                    <a:lnTo>
                      <a:pt x="225425" y="45085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/>
              <a:lstStyle/>
              <a:p>
                <a:pPr>
                  <a:lnSpc>
                    <a:spcPct val="130000"/>
                  </a:lnSpc>
                </a:pPr>
                <a:endParaRPr lang="zh-CN">
                  <a:solidFill>
                    <a:schemeClr val="tx1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" name="图形"/>
              <p:cNvSpPr/>
              <p:nvPr/>
            </p:nvSpPr>
            <p:spPr>
              <a:xfrm>
                <a:off x="3182938" y="4710113"/>
                <a:ext cx="698500" cy="520700"/>
              </a:xfrm>
              <a:custGeom>
                <a:avLst/>
                <a:gdLst/>
                <a:ahLst/>
                <a:cxnLst/>
                <a:rect l="0" t="0" r="r" b="b"/>
                <a:pathLst>
                  <a:path w="698500" h="520700">
                    <a:moveTo>
                      <a:pt x="698500" y="301625"/>
                    </a:moveTo>
                    <a:lnTo>
                      <a:pt x="698500" y="301625"/>
                    </a:lnTo>
                    <a:lnTo>
                      <a:pt x="695325" y="255588"/>
                    </a:lnTo>
                    <a:lnTo>
                      <a:pt x="684213" y="212725"/>
                    </a:lnTo>
                    <a:lnTo>
                      <a:pt x="674688" y="169863"/>
                    </a:lnTo>
                    <a:lnTo>
                      <a:pt x="655638" y="131763"/>
                    </a:lnTo>
                    <a:lnTo>
                      <a:pt x="635000" y="92075"/>
                    </a:lnTo>
                    <a:lnTo>
                      <a:pt x="609600" y="58738"/>
                    </a:lnTo>
                    <a:lnTo>
                      <a:pt x="579438" y="25400"/>
                    </a:lnTo>
                    <a:lnTo>
                      <a:pt x="550863" y="0"/>
                    </a:lnTo>
                    <a:lnTo>
                      <a:pt x="347663" y="166688"/>
                    </a:lnTo>
                    <a:lnTo>
                      <a:pt x="147638" y="0"/>
                    </a:lnTo>
                    <a:lnTo>
                      <a:pt x="147638" y="0"/>
                    </a:lnTo>
                    <a:lnTo>
                      <a:pt x="114300" y="25400"/>
                    </a:lnTo>
                    <a:lnTo>
                      <a:pt x="85725" y="58738"/>
                    </a:lnTo>
                    <a:lnTo>
                      <a:pt x="61913" y="92075"/>
                    </a:lnTo>
                    <a:lnTo>
                      <a:pt x="39688" y="131763"/>
                    </a:lnTo>
                    <a:lnTo>
                      <a:pt x="23813" y="169863"/>
                    </a:lnTo>
                    <a:lnTo>
                      <a:pt x="9525" y="212725"/>
                    </a:lnTo>
                    <a:lnTo>
                      <a:pt x="3175" y="255588"/>
                    </a:lnTo>
                    <a:lnTo>
                      <a:pt x="0" y="301625"/>
                    </a:lnTo>
                    <a:lnTo>
                      <a:pt x="0" y="301625"/>
                    </a:lnTo>
                    <a:lnTo>
                      <a:pt x="0" y="327025"/>
                    </a:lnTo>
                    <a:lnTo>
                      <a:pt x="9525" y="354013"/>
                    </a:lnTo>
                    <a:lnTo>
                      <a:pt x="20638" y="376238"/>
                    </a:lnTo>
                    <a:lnTo>
                      <a:pt x="36513" y="396875"/>
                    </a:lnTo>
                    <a:lnTo>
                      <a:pt x="55563" y="415925"/>
                    </a:lnTo>
                    <a:lnTo>
                      <a:pt x="76200" y="434975"/>
                    </a:lnTo>
                    <a:lnTo>
                      <a:pt x="101600" y="452438"/>
                    </a:lnTo>
                    <a:lnTo>
                      <a:pt x="125413" y="465138"/>
                    </a:lnTo>
                    <a:lnTo>
                      <a:pt x="153988" y="477838"/>
                    </a:lnTo>
                    <a:lnTo>
                      <a:pt x="184150" y="490538"/>
                    </a:lnTo>
                    <a:lnTo>
                      <a:pt x="239713" y="508000"/>
                    </a:lnTo>
                    <a:lnTo>
                      <a:pt x="298450" y="517525"/>
                    </a:lnTo>
                    <a:lnTo>
                      <a:pt x="347663" y="520700"/>
                    </a:lnTo>
                    <a:lnTo>
                      <a:pt x="347663" y="520700"/>
                    </a:lnTo>
                    <a:lnTo>
                      <a:pt x="400050" y="517525"/>
                    </a:lnTo>
                    <a:lnTo>
                      <a:pt x="455613" y="508000"/>
                    </a:lnTo>
                    <a:lnTo>
                      <a:pt x="514350" y="490538"/>
                    </a:lnTo>
                    <a:lnTo>
                      <a:pt x="544513" y="477838"/>
                    </a:lnTo>
                    <a:lnTo>
                      <a:pt x="569913" y="465138"/>
                    </a:lnTo>
                    <a:lnTo>
                      <a:pt x="596900" y="452438"/>
                    </a:lnTo>
                    <a:lnTo>
                      <a:pt x="619125" y="434975"/>
                    </a:lnTo>
                    <a:lnTo>
                      <a:pt x="642938" y="415925"/>
                    </a:lnTo>
                    <a:lnTo>
                      <a:pt x="658813" y="396875"/>
                    </a:lnTo>
                    <a:lnTo>
                      <a:pt x="674688" y="376238"/>
                    </a:lnTo>
                    <a:lnTo>
                      <a:pt x="687388" y="354013"/>
                    </a:lnTo>
                    <a:lnTo>
                      <a:pt x="695325" y="327025"/>
                    </a:lnTo>
                    <a:lnTo>
                      <a:pt x="698500" y="301625"/>
                    </a:lnTo>
                    <a:lnTo>
                      <a:pt x="698500" y="30162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/>
              <a:lstStyle/>
              <a:p>
                <a:pPr>
                  <a:lnSpc>
                    <a:spcPct val="130000"/>
                  </a:lnSpc>
                </a:pPr>
                <a:endParaRPr lang="zh-CN">
                  <a:solidFill>
                    <a:schemeClr val="tx1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" name="图形"/>
              <p:cNvSpPr/>
              <p:nvPr/>
            </p:nvSpPr>
            <p:spPr>
              <a:xfrm>
                <a:off x="3284538" y="4183063"/>
                <a:ext cx="492125" cy="487363"/>
              </a:xfrm>
              <a:custGeom>
                <a:avLst/>
                <a:gdLst/>
                <a:ahLst/>
                <a:cxnLst/>
                <a:rect l="0" t="0" r="r" b="b"/>
                <a:pathLst>
                  <a:path w="492125" h="487363">
                    <a:moveTo>
                      <a:pt x="246063" y="0"/>
                    </a:moveTo>
                    <a:lnTo>
                      <a:pt x="246063" y="0"/>
                    </a:lnTo>
                    <a:lnTo>
                      <a:pt x="222250" y="0"/>
                    </a:lnTo>
                    <a:lnTo>
                      <a:pt x="196850" y="3175"/>
                    </a:lnTo>
                    <a:lnTo>
                      <a:pt x="173038" y="9525"/>
                    </a:lnTo>
                    <a:lnTo>
                      <a:pt x="150813" y="19050"/>
                    </a:lnTo>
                    <a:lnTo>
                      <a:pt x="131763" y="28575"/>
                    </a:lnTo>
                    <a:lnTo>
                      <a:pt x="107950" y="42863"/>
                    </a:lnTo>
                    <a:lnTo>
                      <a:pt x="92075" y="55563"/>
                    </a:lnTo>
                    <a:lnTo>
                      <a:pt x="73025" y="71438"/>
                    </a:lnTo>
                    <a:lnTo>
                      <a:pt x="55563" y="88900"/>
                    </a:lnTo>
                    <a:lnTo>
                      <a:pt x="42863" y="107950"/>
                    </a:lnTo>
                    <a:lnTo>
                      <a:pt x="30163" y="127000"/>
                    </a:lnTo>
                    <a:lnTo>
                      <a:pt x="20638" y="150813"/>
                    </a:lnTo>
                    <a:lnTo>
                      <a:pt x="12700" y="169863"/>
                    </a:lnTo>
                    <a:lnTo>
                      <a:pt x="6350" y="196850"/>
                    </a:lnTo>
                    <a:lnTo>
                      <a:pt x="3175" y="219075"/>
                    </a:lnTo>
                    <a:lnTo>
                      <a:pt x="0" y="246063"/>
                    </a:lnTo>
                    <a:lnTo>
                      <a:pt x="0" y="246063"/>
                    </a:lnTo>
                    <a:lnTo>
                      <a:pt x="3175" y="268288"/>
                    </a:lnTo>
                    <a:lnTo>
                      <a:pt x="6350" y="293688"/>
                    </a:lnTo>
                    <a:lnTo>
                      <a:pt x="12700" y="317500"/>
                    </a:lnTo>
                    <a:lnTo>
                      <a:pt x="20638" y="339725"/>
                    </a:lnTo>
                    <a:lnTo>
                      <a:pt x="30163" y="360363"/>
                    </a:lnTo>
                    <a:lnTo>
                      <a:pt x="42863" y="382588"/>
                    </a:lnTo>
                    <a:lnTo>
                      <a:pt x="55563" y="400050"/>
                    </a:lnTo>
                    <a:lnTo>
                      <a:pt x="73025" y="419100"/>
                    </a:lnTo>
                    <a:lnTo>
                      <a:pt x="92075" y="431800"/>
                    </a:lnTo>
                    <a:lnTo>
                      <a:pt x="107950" y="447675"/>
                    </a:lnTo>
                    <a:lnTo>
                      <a:pt x="131763" y="458788"/>
                    </a:lnTo>
                    <a:lnTo>
                      <a:pt x="150813" y="471488"/>
                    </a:lnTo>
                    <a:lnTo>
                      <a:pt x="173038" y="477838"/>
                    </a:lnTo>
                    <a:lnTo>
                      <a:pt x="196850" y="484188"/>
                    </a:lnTo>
                    <a:lnTo>
                      <a:pt x="222250" y="487363"/>
                    </a:lnTo>
                    <a:lnTo>
                      <a:pt x="246063" y="487363"/>
                    </a:lnTo>
                    <a:lnTo>
                      <a:pt x="246063" y="487363"/>
                    </a:lnTo>
                    <a:lnTo>
                      <a:pt x="271463" y="487363"/>
                    </a:lnTo>
                    <a:lnTo>
                      <a:pt x="295275" y="484188"/>
                    </a:lnTo>
                    <a:lnTo>
                      <a:pt x="317500" y="477838"/>
                    </a:lnTo>
                    <a:lnTo>
                      <a:pt x="341313" y="471488"/>
                    </a:lnTo>
                    <a:lnTo>
                      <a:pt x="363538" y="458788"/>
                    </a:lnTo>
                    <a:lnTo>
                      <a:pt x="384175" y="447675"/>
                    </a:lnTo>
                    <a:lnTo>
                      <a:pt x="403225" y="431800"/>
                    </a:lnTo>
                    <a:lnTo>
                      <a:pt x="419100" y="419100"/>
                    </a:lnTo>
                    <a:lnTo>
                      <a:pt x="436563" y="400050"/>
                    </a:lnTo>
                    <a:lnTo>
                      <a:pt x="449263" y="382588"/>
                    </a:lnTo>
                    <a:lnTo>
                      <a:pt x="461963" y="360363"/>
                    </a:lnTo>
                    <a:lnTo>
                      <a:pt x="471488" y="339725"/>
                    </a:lnTo>
                    <a:lnTo>
                      <a:pt x="481013" y="317500"/>
                    </a:lnTo>
                    <a:lnTo>
                      <a:pt x="485775" y="293688"/>
                    </a:lnTo>
                    <a:lnTo>
                      <a:pt x="492125" y="268288"/>
                    </a:lnTo>
                    <a:lnTo>
                      <a:pt x="492125" y="246063"/>
                    </a:lnTo>
                    <a:lnTo>
                      <a:pt x="492125" y="246063"/>
                    </a:lnTo>
                    <a:lnTo>
                      <a:pt x="492125" y="219075"/>
                    </a:lnTo>
                    <a:lnTo>
                      <a:pt x="485775" y="196850"/>
                    </a:lnTo>
                    <a:lnTo>
                      <a:pt x="481013" y="169863"/>
                    </a:lnTo>
                    <a:lnTo>
                      <a:pt x="471488" y="150813"/>
                    </a:lnTo>
                    <a:lnTo>
                      <a:pt x="461963" y="127000"/>
                    </a:lnTo>
                    <a:lnTo>
                      <a:pt x="449263" y="107950"/>
                    </a:lnTo>
                    <a:lnTo>
                      <a:pt x="436563" y="88900"/>
                    </a:lnTo>
                    <a:lnTo>
                      <a:pt x="419100" y="71438"/>
                    </a:lnTo>
                    <a:lnTo>
                      <a:pt x="403225" y="55563"/>
                    </a:lnTo>
                    <a:lnTo>
                      <a:pt x="384175" y="42863"/>
                    </a:lnTo>
                    <a:lnTo>
                      <a:pt x="363538" y="28575"/>
                    </a:lnTo>
                    <a:lnTo>
                      <a:pt x="341313" y="19050"/>
                    </a:lnTo>
                    <a:lnTo>
                      <a:pt x="317500" y="9525"/>
                    </a:lnTo>
                    <a:lnTo>
                      <a:pt x="295275" y="3175"/>
                    </a:lnTo>
                    <a:lnTo>
                      <a:pt x="271463" y="0"/>
                    </a:lnTo>
                    <a:lnTo>
                      <a:pt x="246063" y="0"/>
                    </a:lnTo>
                    <a:lnTo>
                      <a:pt x="24606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/>
              <a:lstStyle/>
              <a:p>
                <a:pPr>
                  <a:lnSpc>
                    <a:spcPct val="130000"/>
                  </a:lnSpc>
                </a:pPr>
                <a:endParaRPr lang="zh-CN">
                  <a:solidFill>
                    <a:schemeClr val="tx1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12" name="图形" descr="{&quot;type&quot;:&quot;text&quot;,&quot;isTemplate&quot;:true}"/>
            <p:cNvSpPr txBox="1"/>
            <p:nvPr/>
          </p:nvSpPr>
          <p:spPr>
            <a:xfrm>
              <a:off x="6563" y="7822"/>
              <a:ext cx="5279" cy="6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团队成员</a:t>
              </a:r>
              <a:r>
                <a:rPr lang="en-US" sz="16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-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/>
                  <a:ea typeface="微软雅黑"/>
                </a:rPr>
                <a:t>周行健、董双屹、邹明臻</a:t>
              </a:r>
              <a:endParaRPr dirty="0"/>
            </a:p>
          </p:txBody>
        </p:sp>
      </p:grpSp>
      <p:grpSp>
        <p:nvGrpSpPr>
          <p:cNvPr id="13" name="图形"/>
          <p:cNvGrpSpPr/>
          <p:nvPr/>
        </p:nvGrpSpPr>
        <p:grpSpPr>
          <a:xfrm>
            <a:off x="1418590" y="4956175"/>
            <a:ext cx="1934845" cy="400050"/>
            <a:chOff x="2234" y="7805"/>
            <a:chExt cx="3047" cy="630"/>
          </a:xfrm>
        </p:grpSpPr>
        <p:sp>
          <p:nvSpPr>
            <p:cNvPr id="14" name="图形" descr="{&quot;type&quot;:&quot;text&quot;,&quot;isTemplate&quot;:true}"/>
            <p:cNvSpPr txBox="1"/>
            <p:nvPr/>
          </p:nvSpPr>
          <p:spPr>
            <a:xfrm>
              <a:off x="2913" y="7835"/>
              <a:ext cx="2368" cy="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sz="1600" dirty="0">
                  <a:solidFill>
                    <a:schemeClr val="bg1"/>
                  </a:solidFill>
                  <a:latin typeface="微软雅黑"/>
                  <a:ea typeface="微软雅黑"/>
                </a:rPr>
                <a:t>汇报人-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/>
                  <a:ea typeface="微软雅黑"/>
                </a:rPr>
                <a:t>周行健</a:t>
              </a:r>
              <a:endParaRPr lang="zh-CN" sz="1600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图形"/>
            <p:cNvSpPr/>
            <p:nvPr/>
          </p:nvSpPr>
          <p:spPr>
            <a:xfrm>
              <a:off x="2234" y="7805"/>
              <a:ext cx="548" cy="548"/>
            </a:xfrm>
            <a:prstGeom prst="ellipse">
              <a:avLst/>
            </a:prstGeom>
            <a:gradFill>
              <a:gsLst>
                <a:gs pos="4000">
                  <a:srgbClr val="ECCC48"/>
                </a:gs>
                <a:gs pos="100000">
                  <a:srgbClr val="57E3F3"/>
                </a:gs>
              </a:gsLst>
              <a:lin ang="13500000" scaled="0"/>
            </a:gradFill>
            <a:ln w="12700">
              <a:noFill/>
              <a:prstDash val="solid"/>
              <a:miter lim="800000"/>
            </a:ln>
            <a:effectLst>
              <a:outerShdw blurRad="63500" sx="102000" sy="102000" algn="ctr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tx1"/>
                </a:solidFill>
                <a:latin typeface="微软雅黑"/>
                <a:ea typeface="微软雅黑"/>
              </a:endParaRPr>
            </a:p>
          </p:txBody>
        </p:sp>
        <p:pic>
          <p:nvPicPr>
            <p:cNvPr id="16" name="图形"/>
            <p:cNvPicPr>
              <a:picLocks noChangeAspect="1"/>
            </p:cNvPicPr>
            <p:nvPr/>
          </p:nvPicPr>
          <p:blipFill>
            <a:blip r:embed="rId2">
              <a:lum/>
              <a:extLst>
                <a:ext uri="{96DAC541-7B7A-43D3-8B79-37D633B846F1}">
                  <asvg:svgBlip xmlns:asvg="http://schemas.microsoft.com/office/drawing/2016/SVG/main" r:embed="rId3"/>
                </a:ext>
                <a:ext uri="">
                  <a14:imgProps xmlns:mc="http://schemas.openxmlformats.org/markup-compatibility/2006" xmlns:asvg="http://schemas.microsoft.com/office/drawing/2016/SVG/main"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2320" y="7891"/>
              <a:ext cx="376" cy="3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session&quot;,&quot;originSlideId&quot;:&quot;uhbx27kx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图形" descr="{&quot;isTemplate&quot;:true,&quot;type&quot;:&quot;serialNumber&quot;}"/>
          <p:cNvSpPr txBox="1"/>
          <p:nvPr/>
        </p:nvSpPr>
        <p:spPr>
          <a:xfrm flipH="1">
            <a:off x="5100955" y="879948"/>
            <a:ext cx="2515235" cy="2583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800" b="1">
                <a:gradFill>
                  <a:gsLst>
                    <a:gs pos="0">
                      <a:srgbClr val="FFFF00"/>
                    </a:gs>
                    <a:gs pos="100000">
                      <a:srgbClr val="4DA2FF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63500" sx="102000" sy="102000" algn="ctr">
                    <a:srgbClr val="ECCC48">
                      <a:alpha val="40000"/>
                    </a:srgbClr>
                  </a:outerShdw>
                </a:effectLst>
                <a:latin typeface="微软雅黑"/>
                <a:ea typeface="微软雅黑"/>
              </a:rPr>
              <a:t>01</a:t>
            </a:r>
            <a:endParaRPr/>
          </a:p>
        </p:txBody>
      </p:sp>
      <p:sp>
        <p:nvSpPr>
          <p:cNvPr id="182" name="图形" descr="{&quot;isTemplate&quot;:true,&quot;type&quot;:&quot;title&quot;,&quot;canOmit&quot;:false}"/>
          <p:cNvSpPr txBox="1"/>
          <p:nvPr/>
        </p:nvSpPr>
        <p:spPr>
          <a:xfrm flipH="1">
            <a:off x="2559510" y="3286587"/>
            <a:ext cx="7371080" cy="8826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ct val="1"/>
              </a:spcBef>
              <a:buNone/>
            </a:pPr>
            <a:r>
              <a:rPr lang="zh-CN" sz="4000">
                <a:solidFill>
                  <a:schemeClr val="bg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项目背景与动机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2cfa8f4a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任意多边形: 形状 14"/>
          <p:cNvSpPr/>
          <p:nvPr/>
        </p:nvSpPr>
        <p:spPr>
          <a:xfrm>
            <a:off x="10377996" y="1028700"/>
            <a:ext cx="1140903" cy="1140903"/>
          </a:xfrm>
          <a:custGeom>
            <a:avLst/>
            <a:gdLst>
              <a:gd name="connsiteX0" fmla="*/ 1384799 w 1384798"/>
              <a:gd name="connsiteY0" fmla="*/ 692399 h 1384798"/>
              <a:gd name="connsiteX1" fmla="*/ 692399 w 1384798"/>
              <a:gd name="connsiteY1" fmla="*/ 1384799 h 1384798"/>
              <a:gd name="connsiteX2" fmla="*/ 0 w 1384798"/>
              <a:gd name="connsiteY2" fmla="*/ 692399 h 1384798"/>
              <a:gd name="connsiteX3" fmla="*/ 692399 w 1384798"/>
              <a:gd name="connsiteY3" fmla="*/ 0 h 1384798"/>
              <a:gd name="connsiteX4" fmla="*/ 1384799 w 1384798"/>
              <a:gd name="connsiteY4" fmla="*/ 692399 h 138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6000">
                <a:schemeClr val="accent1">
                  <a:lumMod val="20000"/>
                  <a:lumOff val="80000"/>
                  <a:alpha val="35000"/>
                </a:schemeClr>
              </a:gs>
              <a:gs pos="100000">
                <a:schemeClr val="accent1">
                  <a:alpha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10264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zh-CN" altLang="en-US"/>
          </a:p>
        </p:txBody>
      </p:sp>
      <p:sp>
        <p:nvSpPr>
          <p:cNvPr id="387" name="任意多边形: 形状 13"/>
          <p:cNvSpPr/>
          <p:nvPr/>
        </p:nvSpPr>
        <p:spPr>
          <a:xfrm>
            <a:off x="7122027" y="5210315"/>
            <a:ext cx="667320" cy="667320"/>
          </a:xfrm>
          <a:custGeom>
            <a:avLst/>
            <a:gdLst>
              <a:gd name="connsiteX0" fmla="*/ 591399 w 591398"/>
              <a:gd name="connsiteY0" fmla="*/ 295699 h 591398"/>
              <a:gd name="connsiteX1" fmla="*/ 295699 w 591398"/>
              <a:gd name="connsiteY1" fmla="*/ 591399 h 591398"/>
              <a:gd name="connsiteX2" fmla="*/ 0 w 591398"/>
              <a:gd name="connsiteY2" fmla="*/ 295699 h 591398"/>
              <a:gd name="connsiteX3" fmla="*/ 295699 w 591398"/>
              <a:gd name="connsiteY3" fmla="*/ 0 h 591398"/>
              <a:gd name="connsiteX4" fmla="*/ 591399 w 591398"/>
              <a:gd name="connsiteY4" fmla="*/ 295699 h 591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1398" h="591398">
                <a:moveTo>
                  <a:pt x="591399" y="295699"/>
                </a:moveTo>
                <a:cubicBezTo>
                  <a:pt x="591399" y="459010"/>
                  <a:pt x="459010" y="591399"/>
                  <a:pt x="295699" y="591399"/>
                </a:cubicBezTo>
                <a:cubicBezTo>
                  <a:pt x="132389" y="591399"/>
                  <a:pt x="0" y="459010"/>
                  <a:pt x="0" y="295699"/>
                </a:cubicBezTo>
                <a:cubicBezTo>
                  <a:pt x="0" y="132389"/>
                  <a:pt x="132389" y="0"/>
                  <a:pt x="295699" y="0"/>
                </a:cubicBezTo>
                <a:cubicBezTo>
                  <a:pt x="459010" y="0"/>
                  <a:pt x="591399" y="132389"/>
                  <a:pt x="591399" y="2956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26000">
                <a:schemeClr val="accent1">
                  <a:lumMod val="20000"/>
                  <a:lumOff val="80000"/>
                  <a:alpha val="5000"/>
                </a:schemeClr>
              </a:gs>
              <a:gs pos="100000">
                <a:schemeClr val="accent1">
                  <a:alpha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0264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zh-CN" altLang="en-US"/>
          </a:p>
        </p:txBody>
      </p:sp>
      <p:sp>
        <p:nvSpPr>
          <p:cNvPr id="389" name="任意多边形: 形状 12"/>
          <p:cNvSpPr/>
          <p:nvPr/>
        </p:nvSpPr>
        <p:spPr>
          <a:xfrm>
            <a:off x="7206528" y="1108270"/>
            <a:ext cx="4206026" cy="5121080"/>
          </a:xfrm>
          <a:custGeom>
            <a:avLst/>
            <a:gdLst>
              <a:gd name="connsiteX0" fmla="*/ 1822845 w 3645689"/>
              <a:gd name="connsiteY0" fmla="*/ 0 h 5134986"/>
              <a:gd name="connsiteX1" fmla="*/ 1822845 w 3645689"/>
              <a:gd name="connsiteY1" fmla="*/ 0 h 5134986"/>
              <a:gd name="connsiteX2" fmla="*/ 3645690 w 3645689"/>
              <a:gd name="connsiteY2" fmla="*/ 1822845 h 5134986"/>
              <a:gd name="connsiteX3" fmla="*/ 3645690 w 3645689"/>
              <a:gd name="connsiteY3" fmla="*/ 2567493 h 5134986"/>
              <a:gd name="connsiteX4" fmla="*/ 3645690 w 3645689"/>
              <a:gd name="connsiteY4" fmla="*/ 3312141 h 5134986"/>
              <a:gd name="connsiteX5" fmla="*/ 3645690 w 3645689"/>
              <a:gd name="connsiteY5" fmla="*/ 5134987 h 5134986"/>
              <a:gd name="connsiteX6" fmla="*/ 1822845 w 3645689"/>
              <a:gd name="connsiteY6" fmla="*/ 5134987 h 5134986"/>
              <a:gd name="connsiteX7" fmla="*/ 1822845 w 3645689"/>
              <a:gd name="connsiteY7" fmla="*/ 5134987 h 5134986"/>
              <a:gd name="connsiteX8" fmla="*/ 1822845 w 3645689"/>
              <a:gd name="connsiteY8" fmla="*/ 5134987 h 5134986"/>
              <a:gd name="connsiteX9" fmla="*/ 0 w 3645689"/>
              <a:gd name="connsiteY9" fmla="*/ 3312141 h 5134986"/>
              <a:gd name="connsiteX10" fmla="*/ 0 w 3645689"/>
              <a:gd name="connsiteY10" fmla="*/ 1822845 h 5134986"/>
              <a:gd name="connsiteX11" fmla="*/ 1822845 w 3645689"/>
              <a:gd name="connsiteY11" fmla="*/ 0 h 513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45689" h="5134986">
                <a:moveTo>
                  <a:pt x="1822845" y="0"/>
                </a:moveTo>
                <a:lnTo>
                  <a:pt x="1822845" y="0"/>
                </a:lnTo>
                <a:cubicBezTo>
                  <a:pt x="2829560" y="0"/>
                  <a:pt x="3645690" y="816130"/>
                  <a:pt x="3645690" y="1822845"/>
                </a:cubicBezTo>
                <a:lnTo>
                  <a:pt x="3645690" y="2567493"/>
                </a:lnTo>
                <a:lnTo>
                  <a:pt x="3645690" y="3312141"/>
                </a:lnTo>
                <a:lnTo>
                  <a:pt x="3645690" y="5134987"/>
                </a:lnTo>
                <a:lnTo>
                  <a:pt x="1822845" y="5134987"/>
                </a:lnTo>
                <a:lnTo>
                  <a:pt x="1822845" y="5134987"/>
                </a:lnTo>
                <a:lnTo>
                  <a:pt x="1822845" y="5134987"/>
                </a:lnTo>
                <a:cubicBezTo>
                  <a:pt x="816130" y="5134987"/>
                  <a:pt x="0" y="4318856"/>
                  <a:pt x="0" y="3312141"/>
                </a:cubicBezTo>
                <a:lnTo>
                  <a:pt x="0" y="1822845"/>
                </a:lnTo>
                <a:cubicBezTo>
                  <a:pt x="0" y="816130"/>
                  <a:pt x="816130" y="0"/>
                  <a:pt x="1822845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 w="10264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zh-CN" altLang="en-US" dirty="0"/>
          </a:p>
        </p:txBody>
      </p:sp>
      <p:grpSp>
        <p:nvGrpSpPr>
          <p:cNvPr id="391" name="组合 390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6201277" cy="5003800"/>
            <a:chOff x="666750" y="1231900"/>
            <a:chExt cx="6201277" cy="5003800"/>
          </a:xfrm>
        </p:grpSpPr>
        <p:grpSp>
          <p:nvGrpSpPr>
            <p:cNvPr id="392" name="组合 391"/>
            <p:cNvGrpSpPr/>
            <p:nvPr/>
          </p:nvGrpSpPr>
          <p:grpSpPr>
            <a:xfrm>
              <a:off x="666750" y="1231900"/>
              <a:ext cx="2973638" cy="2374900"/>
              <a:chOff x="666750" y="2794000"/>
              <a:chExt cx="2973638" cy="2374900"/>
            </a:xfrm>
          </p:grpSpPr>
          <p:sp>
            <p:nvSpPr>
              <p:cNvPr id="393" name="矩形 392" descr="{&quot;isTemplate&quot;:true,&quot;type&quot;:&quot;title&quot;,&quot;canOmit&quot;:false}"/>
              <p:cNvSpPr/>
              <p:nvPr/>
            </p:nvSpPr>
            <p:spPr>
              <a:xfrm>
                <a:off x="666750" y="2794000"/>
                <a:ext cx="2973638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小模型推荐能力</a:t>
                </a: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不足</a:t>
                </a:r>
                <a:endParaRPr dirty="0"/>
              </a:p>
            </p:txBody>
          </p:sp>
          <p:sp>
            <p:nvSpPr>
              <p:cNvPr id="394" name="矩形 393" descr="{&quot;isTemplate&quot;:true,&quot;type&quot;:&quot;content&quot;,&quot;canOmit&quot;:false}"/>
              <p:cNvSpPr/>
              <p:nvPr/>
            </p:nvSpPr>
            <p:spPr>
              <a:xfrm>
                <a:off x="670407" y="3282950"/>
                <a:ext cx="2969980" cy="1885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本项目旨在突破传统小模型在美食推荐场景中的局限性，显著提升其精准推荐能力，为用户提供更贴合需求的餐饮选择。</a:t>
                </a:r>
                <a:endParaRPr dirty="0"/>
              </a:p>
            </p:txBody>
          </p:sp>
        </p:grpSp>
        <p:grpSp>
          <p:nvGrpSpPr>
            <p:cNvPr id="395" name="组合 394"/>
            <p:cNvGrpSpPr/>
            <p:nvPr/>
          </p:nvGrpSpPr>
          <p:grpSpPr>
            <a:xfrm>
              <a:off x="666750" y="3860800"/>
              <a:ext cx="2973638" cy="2374900"/>
              <a:chOff x="670407" y="4826000"/>
              <a:chExt cx="2973638" cy="2374900"/>
            </a:xfrm>
          </p:grpSpPr>
          <p:sp>
            <p:nvSpPr>
              <p:cNvPr id="396" name="矩形 395" descr="{&quot;isTemplate&quot;:true,&quot;type&quot;:&quot;title&quot;,&quot;canOmit&quot;:false}"/>
              <p:cNvSpPr/>
              <p:nvPr/>
            </p:nvSpPr>
            <p:spPr>
              <a:xfrm>
                <a:off x="670407" y="4826000"/>
                <a:ext cx="2973638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真实数据</a:t>
                </a: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缺乏</a:t>
                </a:r>
                <a:endParaRPr dirty="0"/>
              </a:p>
            </p:txBody>
          </p:sp>
          <p:sp>
            <p:nvSpPr>
              <p:cNvPr id="397" name="矩形 396" descr="{&quot;isTemplate&quot;:true,&quot;type&quot;:&quot;content&quot;,&quot;canOmit&quot;:false}"/>
              <p:cNvSpPr/>
              <p:nvPr/>
            </p:nvSpPr>
            <p:spPr>
              <a:xfrm>
                <a:off x="670407" y="5314950"/>
                <a:ext cx="2973638" cy="1885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>
                  <a:lnSpc>
                    <a:spcPct val="130000"/>
                  </a:lnSpc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项目</a:t>
                </a: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依托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高德地图</a:t>
                </a:r>
                <a:r>
                  <a:rPr lang="en-US" altLang="zh-CN" sz="1400" dirty="0">
                    <a:solidFill>
                      <a:schemeClr val="tx1">
                        <a:alpha val="100000"/>
                      </a:schemeClr>
                    </a:solidFill>
                  </a:rPr>
                  <a:t>API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生成真实数据</a:t>
                </a: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训练模型，确保推荐结果与实际需求高度匹配，增强实用性。</a:t>
                </a:r>
                <a:endParaRPr dirty="0"/>
              </a:p>
            </p:txBody>
          </p:sp>
        </p:grpSp>
        <p:grpSp>
          <p:nvGrpSpPr>
            <p:cNvPr id="398" name="组合 397"/>
            <p:cNvGrpSpPr/>
            <p:nvPr/>
          </p:nvGrpSpPr>
          <p:grpSpPr>
            <a:xfrm>
              <a:off x="3894389" y="1231900"/>
              <a:ext cx="2973638" cy="2374900"/>
              <a:chOff x="666750" y="2794000"/>
              <a:chExt cx="2973638" cy="2374900"/>
            </a:xfrm>
          </p:grpSpPr>
          <p:sp>
            <p:nvSpPr>
              <p:cNvPr id="399" name="矩形 398" descr="{&quot;isTemplate&quot;:true,&quot;type&quot;:&quot;title&quot;,&quot;canOmit&quot;:false}"/>
              <p:cNvSpPr/>
              <p:nvPr/>
            </p:nvSpPr>
            <p:spPr>
              <a:xfrm>
                <a:off x="666750" y="2794000"/>
                <a:ext cx="2973638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云端</a:t>
                </a: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运行</a:t>
                </a: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风险</a:t>
                </a:r>
                <a:endParaRPr dirty="0"/>
              </a:p>
            </p:txBody>
          </p:sp>
          <p:sp>
            <p:nvSpPr>
              <p:cNvPr id="400" name="矩形 399" descr="{&quot;isTemplate&quot;:true,&quot;type&quot;:&quot;content&quot;,&quot;canOmit&quot;:false}"/>
              <p:cNvSpPr/>
              <p:nvPr/>
            </p:nvSpPr>
            <p:spPr>
              <a:xfrm>
                <a:off x="670407" y="3282950"/>
                <a:ext cx="2969980" cy="1885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b="0" dirty="0">
                    <a:solidFill>
                      <a:schemeClr val="tx1">
                        <a:alpha val="100000"/>
                      </a:schemeClr>
                    </a:solidFill>
                  </a:rPr>
                  <a:t>项目</a:t>
                </a: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设计支持本地化部署运行，无需依赖云端服务器，既保护用户隐私，又降低网络延迟，提升响应速度。</a:t>
                </a:r>
                <a:endParaRPr dirty="0"/>
              </a:p>
            </p:txBody>
          </p:sp>
        </p:grpSp>
        <p:grpSp>
          <p:nvGrpSpPr>
            <p:cNvPr id="401" name="组合 400"/>
            <p:cNvGrpSpPr/>
            <p:nvPr/>
          </p:nvGrpSpPr>
          <p:grpSpPr>
            <a:xfrm>
              <a:off x="3894389" y="3860800"/>
              <a:ext cx="2973638" cy="2374900"/>
              <a:chOff x="670407" y="4826000"/>
              <a:chExt cx="2973638" cy="2374900"/>
            </a:xfrm>
          </p:grpSpPr>
          <p:sp>
            <p:nvSpPr>
              <p:cNvPr id="402" name="矩形 401" descr="{&quot;isTemplate&quot;:true,&quot;type&quot;:&quot;title&quot;,&quot;canOmit&quot;:false}"/>
              <p:cNvSpPr/>
              <p:nvPr/>
            </p:nvSpPr>
            <p:spPr>
              <a:xfrm>
                <a:off x="670407" y="4826000"/>
                <a:ext cx="2973638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个性化</a:t>
                </a: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不足</a:t>
                </a:r>
                <a:endParaRPr dirty="0"/>
              </a:p>
            </p:txBody>
          </p:sp>
          <p:sp>
            <p:nvSpPr>
              <p:cNvPr id="403" name="矩形 402" descr="{&quot;isTemplate&quot;:true,&quot;type&quot;:&quot;content&quot;,&quot;canOmit&quot;:false}"/>
              <p:cNvSpPr/>
              <p:nvPr/>
            </p:nvSpPr>
            <p:spPr>
              <a:xfrm>
                <a:off x="670407" y="5314950"/>
                <a:ext cx="2973638" cy="1885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>
                  <a:lnSpc>
                    <a:spcPct val="130000"/>
                  </a:lnSpc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项目</a:t>
                </a: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聚焦用户个性化需求（如口味偏好、饮食禁忌、预算限制等），通过动态调整推荐策略，实现“千人千面”的精准服务。</a:t>
                </a:r>
                <a:endParaRPr dirty="0"/>
              </a:p>
            </p:txBody>
          </p:sp>
        </p:grpSp>
      </p:grpSp>
      <p:sp>
        <p:nvSpPr>
          <p:cNvPr id="404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项目</a:t>
            </a:r>
            <a:r>
              <a:rPr lang="zh-CN" altLang="en-US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背景</a:t>
            </a:r>
            <a:endParaRPr dirty="0"/>
          </a:p>
        </p:txBody>
      </p:sp>
      <p:sp>
        <p:nvSpPr>
          <p:cNvPr id="5" name="任意多边形: 形状 12">
            <a:extLst>
              <a:ext uri="{FF2B5EF4-FFF2-40B4-BE49-F238E27FC236}">
                <a16:creationId xmlns:a16="http://schemas.microsoft.com/office/drawing/2014/main" id="{BF83342B-714F-C552-32E8-9919A73BE0E8}"/>
              </a:ext>
            </a:extLst>
          </p:cNvPr>
          <p:cNvSpPr/>
          <p:nvPr/>
        </p:nvSpPr>
        <p:spPr>
          <a:xfrm>
            <a:off x="7343396" y="1240646"/>
            <a:ext cx="4206026" cy="5121080"/>
          </a:xfrm>
          <a:custGeom>
            <a:avLst/>
            <a:gdLst>
              <a:gd name="connsiteX0" fmla="*/ 1822845 w 3645689"/>
              <a:gd name="connsiteY0" fmla="*/ 0 h 5134986"/>
              <a:gd name="connsiteX1" fmla="*/ 1822845 w 3645689"/>
              <a:gd name="connsiteY1" fmla="*/ 0 h 5134986"/>
              <a:gd name="connsiteX2" fmla="*/ 3645690 w 3645689"/>
              <a:gd name="connsiteY2" fmla="*/ 1822845 h 5134986"/>
              <a:gd name="connsiteX3" fmla="*/ 3645690 w 3645689"/>
              <a:gd name="connsiteY3" fmla="*/ 2567493 h 5134986"/>
              <a:gd name="connsiteX4" fmla="*/ 3645690 w 3645689"/>
              <a:gd name="connsiteY4" fmla="*/ 3312141 h 5134986"/>
              <a:gd name="connsiteX5" fmla="*/ 3645690 w 3645689"/>
              <a:gd name="connsiteY5" fmla="*/ 5134987 h 5134986"/>
              <a:gd name="connsiteX6" fmla="*/ 1822845 w 3645689"/>
              <a:gd name="connsiteY6" fmla="*/ 5134987 h 5134986"/>
              <a:gd name="connsiteX7" fmla="*/ 1822845 w 3645689"/>
              <a:gd name="connsiteY7" fmla="*/ 5134987 h 5134986"/>
              <a:gd name="connsiteX8" fmla="*/ 1822845 w 3645689"/>
              <a:gd name="connsiteY8" fmla="*/ 5134987 h 5134986"/>
              <a:gd name="connsiteX9" fmla="*/ 0 w 3645689"/>
              <a:gd name="connsiteY9" fmla="*/ 3312141 h 5134986"/>
              <a:gd name="connsiteX10" fmla="*/ 0 w 3645689"/>
              <a:gd name="connsiteY10" fmla="*/ 1822845 h 5134986"/>
              <a:gd name="connsiteX11" fmla="*/ 1822845 w 3645689"/>
              <a:gd name="connsiteY11" fmla="*/ 0 h 513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45689" h="5134986">
                <a:moveTo>
                  <a:pt x="1822845" y="0"/>
                </a:moveTo>
                <a:lnTo>
                  <a:pt x="1822845" y="0"/>
                </a:lnTo>
                <a:cubicBezTo>
                  <a:pt x="2829560" y="0"/>
                  <a:pt x="3645690" y="816130"/>
                  <a:pt x="3645690" y="1822845"/>
                </a:cubicBezTo>
                <a:lnTo>
                  <a:pt x="3645690" y="2567493"/>
                </a:lnTo>
                <a:lnTo>
                  <a:pt x="3645690" y="3312141"/>
                </a:lnTo>
                <a:lnTo>
                  <a:pt x="3645690" y="5134987"/>
                </a:lnTo>
                <a:lnTo>
                  <a:pt x="1822845" y="5134987"/>
                </a:lnTo>
                <a:lnTo>
                  <a:pt x="1822845" y="5134987"/>
                </a:lnTo>
                <a:lnTo>
                  <a:pt x="1822845" y="5134987"/>
                </a:lnTo>
                <a:cubicBezTo>
                  <a:pt x="816130" y="5134987"/>
                  <a:pt x="0" y="4318856"/>
                  <a:pt x="0" y="3312141"/>
                </a:cubicBezTo>
                <a:lnTo>
                  <a:pt x="0" y="1822845"/>
                </a:lnTo>
                <a:cubicBezTo>
                  <a:pt x="0" y="816130"/>
                  <a:pt x="816130" y="0"/>
                  <a:pt x="1822845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 w="10264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session&quot;,&quot;originSlideId&quot;:&quot;uhbx27kx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图形" descr="{&quot;isTemplate&quot;:true,&quot;type&quot;:&quot;serialNumber&quot;}"/>
          <p:cNvSpPr txBox="1"/>
          <p:nvPr/>
        </p:nvSpPr>
        <p:spPr>
          <a:xfrm flipH="1">
            <a:off x="5100955" y="879948"/>
            <a:ext cx="2515235" cy="2583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800" b="1">
                <a:gradFill>
                  <a:gsLst>
                    <a:gs pos="0">
                      <a:srgbClr val="FFFF00"/>
                    </a:gs>
                    <a:gs pos="100000">
                      <a:srgbClr val="4DA2FF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63500" sx="102000" sy="102000" algn="ctr">
                    <a:srgbClr val="ECCC48">
                      <a:alpha val="40000"/>
                    </a:srgbClr>
                  </a:outerShdw>
                </a:effectLst>
                <a:latin typeface="微软雅黑"/>
                <a:ea typeface="微软雅黑"/>
              </a:rPr>
              <a:t>02</a:t>
            </a:r>
            <a:endParaRPr/>
          </a:p>
        </p:txBody>
      </p:sp>
      <p:sp>
        <p:nvSpPr>
          <p:cNvPr id="556" name="图形" descr="{&quot;isTemplate&quot;:true,&quot;type&quot;:&quot;title&quot;,&quot;canOmit&quot;:false}"/>
          <p:cNvSpPr txBox="1"/>
          <p:nvPr/>
        </p:nvSpPr>
        <p:spPr>
          <a:xfrm flipH="1">
            <a:off x="2559510" y="3286587"/>
            <a:ext cx="7371080" cy="8250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ct val="1"/>
              </a:spcBef>
              <a:buNone/>
            </a:pPr>
            <a:r>
              <a:rPr lang="zh-CN" sz="4000" dirty="0">
                <a:solidFill>
                  <a:schemeClr val="bg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项目</a:t>
            </a:r>
            <a:r>
              <a:rPr lang="zh-CN" altLang="en-US" sz="4000" dirty="0">
                <a:solidFill>
                  <a:schemeClr val="bg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流程与架构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c1a8f1b9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组合 559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10852150" cy="3208528"/>
            <a:chOff x="666750" y="1231900"/>
            <a:chExt cx="10852150" cy="3208528"/>
          </a:xfrm>
        </p:grpSpPr>
        <p:grpSp>
          <p:nvGrpSpPr>
            <p:cNvPr id="561" name="组合 560"/>
            <p:cNvGrpSpPr/>
            <p:nvPr/>
          </p:nvGrpSpPr>
          <p:grpSpPr>
            <a:xfrm>
              <a:off x="666750" y="1231900"/>
              <a:ext cx="3602037" cy="579628"/>
              <a:chOff x="1185413" y="1231900"/>
              <a:chExt cx="3602037" cy="579628"/>
            </a:xfrm>
          </p:grpSpPr>
          <p:sp>
            <p:nvSpPr>
              <p:cNvPr id="562" name="泪滴形 561" descr="{&quot;isTemplate&quot;:true,&quot;type&quot;:&quot;serialNumber&quot;}"/>
              <p:cNvSpPr>
                <a:spLocks noChangeAspect="1"/>
              </p:cNvSpPr>
              <p:nvPr/>
            </p:nvSpPr>
            <p:spPr>
              <a:xfrm>
                <a:off x="1185413" y="1231900"/>
                <a:ext cx="579628" cy="579628"/>
              </a:xfrm>
              <a:prstGeom prst="teardrop">
                <a:avLst/>
              </a:prstGeom>
              <a:solidFill>
                <a:schemeClr val="accent1">
                  <a:lumMod val="60000"/>
                  <a:lumOff val="4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r>
                  <a:rPr lang="en-US" b="1" dirty="0">
                    <a:solidFill>
                      <a:schemeClr val="bg1">
                        <a:alpha val="100000"/>
                      </a:schemeClr>
                    </a:solidFill>
                  </a:rPr>
                  <a:t>1</a:t>
                </a:r>
                <a:endParaRPr dirty="0"/>
              </a:p>
            </p:txBody>
          </p:sp>
          <p:sp>
            <p:nvSpPr>
              <p:cNvPr id="563" name="矩形 562" descr="{&quot;isTemplate&quot;:true,&quot;type&quot;:&quot;title&quot;,&quot;canOmit&quot;:false}"/>
              <p:cNvSpPr/>
              <p:nvPr/>
            </p:nvSpPr>
            <p:spPr>
              <a:xfrm>
                <a:off x="1758950" y="1231900"/>
                <a:ext cx="302850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Agent构建</a:t>
                </a:r>
                <a:endParaRPr dirty="0"/>
              </a:p>
            </p:txBody>
          </p:sp>
        </p:grpSp>
        <p:grpSp>
          <p:nvGrpSpPr>
            <p:cNvPr id="565" name="组合 564"/>
            <p:cNvGrpSpPr/>
            <p:nvPr/>
          </p:nvGrpSpPr>
          <p:grpSpPr>
            <a:xfrm>
              <a:off x="666750" y="3860800"/>
              <a:ext cx="3602037" cy="579628"/>
              <a:chOff x="1185413" y="3980757"/>
              <a:chExt cx="3602037" cy="579628"/>
            </a:xfrm>
          </p:grpSpPr>
          <p:sp>
            <p:nvSpPr>
              <p:cNvPr id="566" name="泪滴形 565" descr="{&quot;isTemplate&quot;:true,&quot;type&quot;:&quot;serialNumber&quot;}"/>
              <p:cNvSpPr>
                <a:spLocks noChangeAspect="1"/>
              </p:cNvSpPr>
              <p:nvPr/>
            </p:nvSpPr>
            <p:spPr>
              <a:xfrm>
                <a:off x="1185413" y="3980757"/>
                <a:ext cx="579628" cy="579628"/>
              </a:xfrm>
              <a:prstGeom prst="teardrop">
                <a:avLst/>
              </a:prstGeom>
              <a:solidFill>
                <a:schemeClr val="accent1">
                  <a:lumMod val="60000"/>
                  <a:lumOff val="4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r>
                  <a:rPr lang="en-US" b="1" dirty="0">
                    <a:solidFill>
                      <a:schemeClr val="bg1">
                        <a:alpha val="100000"/>
                      </a:schemeClr>
                    </a:solidFill>
                  </a:rPr>
                  <a:t>2</a:t>
                </a:r>
                <a:endParaRPr dirty="0"/>
              </a:p>
            </p:txBody>
          </p:sp>
          <p:sp>
            <p:nvSpPr>
              <p:cNvPr id="567" name="矩形 566" descr="{&quot;isTemplate&quot;:true,&quot;type&quot;:&quot;title&quot;,&quot;canOmit&quot;:false}"/>
              <p:cNvSpPr/>
              <p:nvPr/>
            </p:nvSpPr>
            <p:spPr>
              <a:xfrm>
                <a:off x="1758950" y="3980757"/>
                <a:ext cx="302850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数据集整理</a:t>
                </a:r>
                <a:endParaRPr dirty="0"/>
              </a:p>
            </p:txBody>
          </p:sp>
        </p:grpSp>
        <p:grpSp>
          <p:nvGrpSpPr>
            <p:cNvPr id="569" name="组合 568"/>
            <p:cNvGrpSpPr/>
            <p:nvPr/>
          </p:nvGrpSpPr>
          <p:grpSpPr>
            <a:xfrm>
              <a:off x="7916863" y="1231900"/>
              <a:ext cx="3602037" cy="579628"/>
              <a:chOff x="1185413" y="1231900"/>
              <a:chExt cx="3602037" cy="579628"/>
            </a:xfrm>
          </p:grpSpPr>
          <p:sp>
            <p:nvSpPr>
              <p:cNvPr id="570" name="泪滴形 569" descr="{&quot;isTemplate&quot;:true,&quot;type&quot;:&quot;serialNumber&quot;}"/>
              <p:cNvSpPr>
                <a:spLocks noChangeAspect="1"/>
              </p:cNvSpPr>
              <p:nvPr/>
            </p:nvSpPr>
            <p:spPr>
              <a:xfrm>
                <a:off x="1185413" y="1231900"/>
                <a:ext cx="579628" cy="579628"/>
              </a:xfrm>
              <a:prstGeom prst="teardrop">
                <a:avLst/>
              </a:prstGeom>
              <a:solidFill>
                <a:schemeClr val="accent1">
                  <a:lumMod val="60000"/>
                  <a:lumOff val="4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r>
                  <a:rPr lang="en-US" b="1" dirty="0">
                    <a:solidFill>
                      <a:schemeClr val="bg1">
                        <a:alpha val="100000"/>
                      </a:schemeClr>
                    </a:solidFill>
                  </a:rPr>
                  <a:t>3</a:t>
                </a:r>
                <a:endParaRPr dirty="0"/>
              </a:p>
            </p:txBody>
          </p:sp>
          <p:sp>
            <p:nvSpPr>
              <p:cNvPr id="571" name="矩形 570" descr="{&quot;isTemplate&quot;:true,&quot;type&quot;:&quot;title&quot;,&quot;canOmit&quot;:false}"/>
              <p:cNvSpPr/>
              <p:nvPr/>
            </p:nvSpPr>
            <p:spPr>
              <a:xfrm>
                <a:off x="1758950" y="1231900"/>
                <a:ext cx="302850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2000" b="1" dirty="0" err="1">
                    <a:solidFill>
                      <a:schemeClr val="tx1">
                        <a:alpha val="100000"/>
                      </a:schemeClr>
                    </a:solidFill>
                  </a:rPr>
                  <a:t>LoRA</a:t>
                </a:r>
                <a:r>
                  <a:rPr 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微调</a:t>
                </a:r>
                <a:endParaRPr dirty="0"/>
              </a:p>
            </p:txBody>
          </p:sp>
        </p:grpSp>
        <p:grpSp>
          <p:nvGrpSpPr>
            <p:cNvPr id="573" name="组合 572"/>
            <p:cNvGrpSpPr/>
            <p:nvPr/>
          </p:nvGrpSpPr>
          <p:grpSpPr>
            <a:xfrm>
              <a:off x="7916863" y="3860800"/>
              <a:ext cx="3602037" cy="579628"/>
              <a:chOff x="1185413" y="3980757"/>
              <a:chExt cx="3602037" cy="579628"/>
            </a:xfrm>
          </p:grpSpPr>
          <p:sp>
            <p:nvSpPr>
              <p:cNvPr id="574" name="泪滴形 573" descr="{&quot;isTemplate&quot;:true,&quot;type&quot;:&quot;serialNumber&quot;}"/>
              <p:cNvSpPr>
                <a:spLocks noChangeAspect="1"/>
              </p:cNvSpPr>
              <p:nvPr/>
            </p:nvSpPr>
            <p:spPr>
              <a:xfrm>
                <a:off x="1185413" y="3980757"/>
                <a:ext cx="579628" cy="579628"/>
              </a:xfrm>
              <a:prstGeom prst="teardrop">
                <a:avLst/>
              </a:prstGeom>
              <a:solidFill>
                <a:schemeClr val="accent1">
                  <a:lumMod val="60000"/>
                  <a:lumOff val="4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r>
                  <a:rPr lang="en-US" b="1" dirty="0">
                    <a:solidFill>
                      <a:schemeClr val="bg1">
                        <a:alpha val="100000"/>
                      </a:schemeClr>
                    </a:solidFill>
                  </a:rPr>
                  <a:t>4</a:t>
                </a:r>
                <a:endParaRPr dirty="0"/>
              </a:p>
            </p:txBody>
          </p:sp>
          <p:sp>
            <p:nvSpPr>
              <p:cNvPr id="575" name="矩形 574" descr="{&quot;isTemplate&quot;:true,&quot;type&quot;:&quot;title&quot;,&quot;canOmit&quot;:false}"/>
              <p:cNvSpPr/>
              <p:nvPr/>
            </p:nvSpPr>
            <p:spPr>
              <a:xfrm>
                <a:off x="1758950" y="3980757"/>
                <a:ext cx="302850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部署</a:t>
                </a:r>
                <a:r>
                  <a:rPr lang="en-US" alt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&amp;</a:t>
                </a: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前端开发</a:t>
                </a:r>
                <a:endParaRPr dirty="0"/>
              </a:p>
            </p:txBody>
          </p:sp>
        </p:grpSp>
      </p:grpSp>
      <p:sp>
        <p:nvSpPr>
          <p:cNvPr id="577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altLang="en-US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整体流程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2FBC98-E709-BA25-0184-2CCA2099F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840" y="1338197"/>
            <a:ext cx="4279932" cy="40006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session&quot;,&quot;originSlideId&quot;:&quot;uhbx27kx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图形" descr="{&quot;isTemplate&quot;:true,&quot;type&quot;:&quot;serialNumber&quot;}"/>
          <p:cNvSpPr txBox="1"/>
          <p:nvPr/>
        </p:nvSpPr>
        <p:spPr>
          <a:xfrm flipH="1">
            <a:off x="5100955" y="879948"/>
            <a:ext cx="2515235" cy="26201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800" b="1" dirty="0">
                <a:gradFill>
                  <a:gsLst>
                    <a:gs pos="0">
                      <a:srgbClr val="FFFF00"/>
                    </a:gs>
                    <a:gs pos="100000">
                      <a:srgbClr val="4DA2FF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63500" sx="102000" sy="102000" algn="ctr">
                    <a:srgbClr val="ECCC48">
                      <a:alpha val="40000"/>
                    </a:srgbClr>
                  </a:outerShdw>
                </a:effectLst>
                <a:latin typeface="微软雅黑"/>
                <a:ea typeface="微软雅黑"/>
              </a:rPr>
              <a:t>03</a:t>
            </a:r>
            <a:endParaRPr dirty="0"/>
          </a:p>
        </p:txBody>
      </p:sp>
      <p:sp>
        <p:nvSpPr>
          <p:cNvPr id="96" name="图形" descr="{&quot;isTemplate&quot;:true,&quot;type&quot;:&quot;title&quot;,&quot;canOmit&quot;:false}"/>
          <p:cNvSpPr txBox="1"/>
          <p:nvPr/>
        </p:nvSpPr>
        <p:spPr>
          <a:xfrm flipH="1">
            <a:off x="2559510" y="3286587"/>
            <a:ext cx="7371080" cy="8250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ct val="1"/>
              </a:spcBef>
              <a:buNone/>
            </a:pPr>
            <a:r>
              <a:rPr lang="en-US" altLang="zh-CN" sz="4000" dirty="0">
                <a:solidFill>
                  <a:schemeClr val="bg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Agent</a:t>
            </a:r>
            <a:r>
              <a:rPr lang="zh-CN" altLang="en-US" sz="4000" dirty="0">
                <a:solidFill>
                  <a:schemeClr val="bg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构建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127d5ea4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76350"/>
            <a:ext cx="10858500" cy="4914900"/>
            <a:chOff x="666750" y="1276350"/>
            <a:chExt cx="10858500" cy="4914900"/>
          </a:xfrm>
        </p:grpSpPr>
        <p:grpSp>
          <p:nvGrpSpPr>
            <p:cNvPr id="46" name="组合 45"/>
            <p:cNvGrpSpPr/>
            <p:nvPr/>
          </p:nvGrpSpPr>
          <p:grpSpPr>
            <a:xfrm>
              <a:off x="666750" y="1276350"/>
              <a:ext cx="5270500" cy="2413000"/>
              <a:chOff x="666750" y="1276350"/>
              <a:chExt cx="5270500" cy="2413000"/>
            </a:xfrm>
          </p:grpSpPr>
          <p:sp>
            <p:nvSpPr>
              <p:cNvPr id="47" name="矩形: 圆角 18"/>
              <p:cNvSpPr/>
              <p:nvPr/>
            </p:nvSpPr>
            <p:spPr>
              <a:xfrm>
                <a:off x="849765" y="1276350"/>
                <a:ext cx="5087485" cy="2413000"/>
              </a:xfrm>
              <a:prstGeom prst="roundRect">
                <a:avLst>
                  <a:gd name="adj" fmla="val 3468"/>
                </a:avLst>
              </a:prstGeom>
              <a:solidFill>
                <a:schemeClr val="bg1">
                  <a:alpha val="56000"/>
                </a:schemeClr>
              </a:solidFill>
              <a:ln w="9525" cap="flat" cmpd="sng">
                <a:solidFill>
                  <a:schemeClr val="tx2">
                    <a:lumMod val="40000"/>
                    <a:lumOff val="6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04" tIns="45702" rIns="91404" bIns="45702" numCol="1" spcCol="0" anchor="t" anchorCtr="0">
                <a:noAutofit/>
              </a:bodyPr>
              <a:lstStyle/>
              <a:p>
                <a:pPr defTabSz="914034"/>
                <a:endParaRPr lang="zh-CN" sz="1798">
                  <a:solidFill>
                    <a:srgbClr val="3D3D3D">
                      <a:alpha val="100000"/>
                    </a:srgbClr>
                  </a:solidFill>
                </a:endParaRPr>
              </a:p>
            </p:txBody>
          </p:sp>
          <p:cxnSp>
            <p:nvCxnSpPr>
              <p:cNvPr id="48" name="直接连接符 19"/>
              <p:cNvCxnSpPr/>
              <p:nvPr/>
            </p:nvCxnSpPr>
            <p:spPr>
              <a:xfrm>
                <a:off x="1254956" y="1736586"/>
                <a:ext cx="17848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矩形 20" descr="{&quot;isTemplate&quot;:true,&quot;type&quot;:&quot;title&quot;,&quot;canOmit&quot;:false}"/>
              <p:cNvSpPr/>
              <p:nvPr/>
            </p:nvSpPr>
            <p:spPr>
              <a:xfrm>
                <a:off x="1232936" y="1315663"/>
                <a:ext cx="2435711" cy="488950"/>
              </a:xfrm>
              <a:prstGeom prst="rect">
                <a:avLst/>
              </a:prstGeom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lvl="0" indent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1800" b="1" dirty="0">
                    <a:solidFill>
                      <a:schemeClr val="tx1"/>
                    </a:solidFill>
                  </a:rPr>
                  <a:t>smolagents选型</a:t>
                </a:r>
                <a:endParaRPr dirty="0"/>
              </a:p>
            </p:txBody>
          </p:sp>
          <p:sp>
            <p:nvSpPr>
              <p:cNvPr id="50" name="箭头: 五边形 21" descr="{&quot;isTemplate&quot;:true,&quot;type&quot;:&quot;serialNumber&quot;}"/>
              <p:cNvSpPr/>
              <p:nvPr/>
            </p:nvSpPr>
            <p:spPr>
              <a:xfrm>
                <a:off x="666750" y="1403566"/>
                <a:ext cx="446862" cy="448059"/>
              </a:xfrm>
              <a:prstGeom prst="homePlate">
                <a:avLst>
                  <a:gd name="adj" fmla="val 22016"/>
                </a:avLst>
              </a:prstGeom>
              <a:solidFill>
                <a:schemeClr val="accent1">
                  <a:alpha val="100000"/>
                </a:schemeClr>
              </a:solidFill>
              <a:ln w="1270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anchor="ctr" anchorCtr="0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01</a:t>
                </a:r>
                <a:endParaRPr/>
              </a:p>
            </p:txBody>
          </p:sp>
          <p:sp>
            <p:nvSpPr>
              <p:cNvPr id="51" name="矩形 22" descr="{&quot;isTemplate&quot;:true,&quot;type&quot;:&quot;content&quot;,&quot;canOmit&quot;:true}"/>
              <p:cNvSpPr/>
              <p:nvPr/>
            </p:nvSpPr>
            <p:spPr>
              <a:xfrm>
                <a:off x="1232935" y="1804613"/>
                <a:ext cx="4413975" cy="1734647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sz="1400" b="0" dirty="0">
                    <a:solidFill>
                      <a:schemeClr val="tx1"/>
                    </a:solidFill>
                  </a:rPr>
                  <a:t>本项目选用smolagents作为Agent框架，其轻量化设计适配美食推荐场景的高并发需求，支持快速响应用户请求。</a:t>
                </a:r>
                <a:endParaRPr dirty="0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66750" y="3778250"/>
              <a:ext cx="5270500" cy="2413000"/>
              <a:chOff x="666750" y="3778250"/>
              <a:chExt cx="5270500" cy="2413000"/>
            </a:xfrm>
          </p:grpSpPr>
          <p:sp>
            <p:nvSpPr>
              <p:cNvPr id="53" name="矩形: 圆角 28"/>
              <p:cNvSpPr/>
              <p:nvPr/>
            </p:nvSpPr>
            <p:spPr>
              <a:xfrm>
                <a:off x="849765" y="3778250"/>
                <a:ext cx="5087485" cy="2413000"/>
              </a:xfrm>
              <a:prstGeom prst="roundRect">
                <a:avLst>
                  <a:gd name="adj" fmla="val 3468"/>
                </a:avLst>
              </a:prstGeom>
              <a:solidFill>
                <a:schemeClr val="bg1">
                  <a:alpha val="56000"/>
                </a:schemeClr>
              </a:solidFill>
              <a:ln w="9525" cap="flat" cmpd="sng">
                <a:solidFill>
                  <a:schemeClr val="tx2">
                    <a:lumMod val="40000"/>
                    <a:lumOff val="6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04" tIns="45702" rIns="91404" bIns="45702" numCol="1" spcCol="0" anchor="t" anchorCtr="0">
                <a:noAutofit/>
              </a:bodyPr>
              <a:lstStyle/>
              <a:p>
                <a:pPr defTabSz="914034"/>
                <a:endParaRPr lang="zh-CN" sz="1798">
                  <a:solidFill>
                    <a:srgbClr val="3D3D3D">
                      <a:alpha val="100000"/>
                    </a:srgbClr>
                  </a:solidFill>
                </a:endParaRPr>
              </a:p>
            </p:txBody>
          </p:sp>
          <p:cxnSp>
            <p:nvCxnSpPr>
              <p:cNvPr id="54" name="直接连接符 29"/>
              <p:cNvCxnSpPr/>
              <p:nvPr/>
            </p:nvCxnSpPr>
            <p:spPr>
              <a:xfrm>
                <a:off x="1254956" y="4238487"/>
                <a:ext cx="17848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5" name="矩形 30" descr="{&quot;isTemplate&quot;:true,&quot;type&quot;:&quot;title&quot;,&quot;canOmit&quot;:false}"/>
              <p:cNvSpPr/>
              <p:nvPr/>
            </p:nvSpPr>
            <p:spPr>
              <a:xfrm>
                <a:off x="1232936" y="3817563"/>
                <a:ext cx="2435711" cy="488950"/>
              </a:xfrm>
              <a:prstGeom prst="rect">
                <a:avLst/>
              </a:prstGeom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lvl="0" indent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1800" b="1">
                    <a:solidFill>
                      <a:schemeClr val="tx1"/>
                    </a:solidFill>
                  </a:rPr>
                  <a:t>工具调用支持</a:t>
                </a:r>
                <a:endParaRPr/>
              </a:p>
            </p:txBody>
          </p:sp>
          <p:sp>
            <p:nvSpPr>
              <p:cNvPr id="56" name="箭头: 五边形 31" descr="{&quot;isTemplate&quot;:true,&quot;type&quot;:&quot;serialNumber&quot;}"/>
              <p:cNvSpPr/>
              <p:nvPr/>
            </p:nvSpPr>
            <p:spPr>
              <a:xfrm>
                <a:off x="666750" y="3905466"/>
                <a:ext cx="446862" cy="448059"/>
              </a:xfrm>
              <a:prstGeom prst="homePlate">
                <a:avLst>
                  <a:gd name="adj" fmla="val 22016"/>
                </a:avLst>
              </a:prstGeom>
              <a:solidFill>
                <a:schemeClr val="accent2">
                  <a:alpha val="100000"/>
                </a:schemeClr>
              </a:solidFill>
              <a:ln w="1270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anchor="ctr" anchorCtr="0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02</a:t>
                </a:r>
                <a:endParaRPr/>
              </a:p>
            </p:txBody>
          </p:sp>
          <p:sp>
            <p:nvSpPr>
              <p:cNvPr id="57" name="矩形 32" descr="{&quot;isTemplate&quot;:true,&quot;type&quot;:&quot;content&quot;,&quot;canOmit&quot;:true}"/>
              <p:cNvSpPr/>
              <p:nvPr/>
            </p:nvSpPr>
            <p:spPr>
              <a:xfrm>
                <a:off x="1232935" y="4306513"/>
                <a:ext cx="4413975" cy="1734647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sz="1400" b="0" dirty="0">
                    <a:solidFill>
                      <a:schemeClr val="tx1"/>
                    </a:solidFill>
                  </a:rPr>
                  <a:t>框架</a:t>
                </a:r>
                <a:r>
                  <a:rPr lang="zh-CN" altLang="en-US" sz="1400" dirty="0"/>
                  <a:t>包含原生支持的</a:t>
                </a:r>
                <a:r>
                  <a:rPr lang="en-US" altLang="zh-CN" sz="1400" dirty="0"/>
                  <a:t>Plan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工具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和通过高德</a:t>
                </a:r>
                <a:r>
                  <a:rPr lang="en-US" altLang="zh-CN" sz="1400" b="0" dirty="0">
                    <a:solidFill>
                      <a:schemeClr val="tx1"/>
                    </a:solidFill>
                  </a:rPr>
                  <a:t>API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构建的自定义</a:t>
                </a:r>
                <a:r>
                  <a:rPr lang="en-US" altLang="zh-CN" sz="1400" b="0" dirty="0">
                    <a:solidFill>
                      <a:schemeClr val="tx1"/>
                    </a:solidFill>
                  </a:rPr>
                  <a:t>Tool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，保障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执行智能性和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数据源实时性。</a:t>
                </a:r>
                <a:endParaRPr dirty="0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6254750" y="1276350"/>
              <a:ext cx="5270500" cy="2413000"/>
              <a:chOff x="6254750" y="1276350"/>
              <a:chExt cx="5270500" cy="2413000"/>
            </a:xfrm>
          </p:grpSpPr>
          <p:sp>
            <p:nvSpPr>
              <p:cNvPr id="59" name="矩形: 圆角 18"/>
              <p:cNvSpPr/>
              <p:nvPr/>
            </p:nvSpPr>
            <p:spPr>
              <a:xfrm>
                <a:off x="6437765" y="1276350"/>
                <a:ext cx="5087485" cy="2413000"/>
              </a:xfrm>
              <a:prstGeom prst="roundRect">
                <a:avLst>
                  <a:gd name="adj" fmla="val 3468"/>
                </a:avLst>
              </a:prstGeom>
              <a:solidFill>
                <a:schemeClr val="bg1">
                  <a:alpha val="56000"/>
                </a:schemeClr>
              </a:solidFill>
              <a:ln w="9525" cap="flat" cmpd="sng">
                <a:solidFill>
                  <a:schemeClr val="tx2">
                    <a:lumMod val="40000"/>
                    <a:lumOff val="6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04" tIns="45702" rIns="91404" bIns="45702" numCol="1" spcCol="0" anchor="t" anchorCtr="0">
                <a:noAutofit/>
              </a:bodyPr>
              <a:lstStyle/>
              <a:p>
                <a:pPr defTabSz="914034"/>
                <a:endParaRPr lang="zh-CN" sz="1798">
                  <a:solidFill>
                    <a:srgbClr val="3D3D3D">
                      <a:alpha val="100000"/>
                    </a:srgbClr>
                  </a:solidFill>
                </a:endParaRPr>
              </a:p>
            </p:txBody>
          </p:sp>
          <p:cxnSp>
            <p:nvCxnSpPr>
              <p:cNvPr id="60" name="直接连接符 19"/>
              <p:cNvCxnSpPr/>
              <p:nvPr/>
            </p:nvCxnSpPr>
            <p:spPr>
              <a:xfrm>
                <a:off x="6842956" y="1736586"/>
                <a:ext cx="17848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1" name="矩形 20" descr="{&quot;isTemplate&quot;:true,&quot;type&quot;:&quot;title&quot;,&quot;canOmit&quot;:false}"/>
              <p:cNvSpPr/>
              <p:nvPr/>
            </p:nvSpPr>
            <p:spPr>
              <a:xfrm>
                <a:off x="6820936" y="1315663"/>
                <a:ext cx="2691279" cy="488950"/>
              </a:xfrm>
              <a:prstGeom prst="rect">
                <a:avLst/>
              </a:prstGeom>
            </p:spPr>
            <p:txBody>
              <a:bodyPr vert="horz" wrap="square" lIns="90043" tIns="46863" rIns="90043" bIns="46863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altLang="en-US" b="1" dirty="0"/>
                  <a:t>数据全流程自动生成</a:t>
                </a:r>
                <a:endParaRPr dirty="0"/>
              </a:p>
            </p:txBody>
          </p:sp>
          <p:sp>
            <p:nvSpPr>
              <p:cNvPr id="62" name="箭头: 五边形 21" descr="{&quot;isTemplate&quot;:true,&quot;type&quot;:&quot;serialNumber&quot;}"/>
              <p:cNvSpPr/>
              <p:nvPr/>
            </p:nvSpPr>
            <p:spPr>
              <a:xfrm>
                <a:off x="6254750" y="1403566"/>
                <a:ext cx="446862" cy="448059"/>
              </a:xfrm>
              <a:prstGeom prst="homePlate">
                <a:avLst>
                  <a:gd name="adj" fmla="val 22016"/>
                </a:avLst>
              </a:prstGeom>
              <a:solidFill>
                <a:schemeClr val="accent1">
                  <a:alpha val="100000"/>
                </a:schemeClr>
              </a:solidFill>
              <a:ln w="1270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anchor="ctr" anchorCtr="0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03</a:t>
                </a:r>
                <a:endParaRPr/>
              </a:p>
            </p:txBody>
          </p:sp>
          <p:sp>
            <p:nvSpPr>
              <p:cNvPr id="63" name="矩形 22" descr="{&quot;isTemplate&quot;:true,&quot;type&quot;:&quot;content&quot;,&quot;canOmit&quot;:true}"/>
              <p:cNvSpPr/>
              <p:nvPr/>
            </p:nvSpPr>
            <p:spPr>
              <a:xfrm>
                <a:off x="6820936" y="1804613"/>
                <a:ext cx="4413975" cy="1734647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altLang="en-US" sz="1400" b="0" dirty="0">
                    <a:solidFill>
                      <a:schemeClr val="tx1"/>
                    </a:solidFill>
                  </a:rPr>
                  <a:t>调用</a:t>
                </a:r>
                <a:r>
                  <a:rPr lang="en-US" altLang="zh-CN" sz="1400" b="0" dirty="0">
                    <a:solidFill>
                      <a:schemeClr val="tx1"/>
                    </a:solidFill>
                  </a:rPr>
                  <a:t>Qwen3-Max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动态计划执行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和工具调用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，根据</a:t>
                </a:r>
                <a:r>
                  <a:rPr lang="en-US" altLang="zh-CN" sz="1400" b="0" dirty="0">
                    <a:solidFill>
                      <a:schemeClr val="tx1"/>
                    </a:solidFill>
                  </a:rPr>
                  <a:t>Seed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数据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（</a:t>
                </a:r>
                <a:r>
                  <a:rPr lang="zh-CN" altLang="en-US" sz="1400" dirty="0"/>
                  <a:t>包含：位置、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口味、预算、场景）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衍生同位置、异需求的问题，对每个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自动拆解任务步骤，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逐步完成餐厅推荐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。</a:t>
                </a:r>
                <a:endParaRPr dirty="0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254750" y="3778250"/>
              <a:ext cx="5270500" cy="2413000"/>
              <a:chOff x="6254750" y="3778250"/>
              <a:chExt cx="5270500" cy="2413000"/>
            </a:xfrm>
          </p:grpSpPr>
          <p:sp>
            <p:nvSpPr>
              <p:cNvPr id="65" name="矩形: 圆角 28"/>
              <p:cNvSpPr/>
              <p:nvPr/>
            </p:nvSpPr>
            <p:spPr>
              <a:xfrm>
                <a:off x="6437765" y="3778250"/>
                <a:ext cx="5087485" cy="2413000"/>
              </a:xfrm>
              <a:prstGeom prst="roundRect">
                <a:avLst>
                  <a:gd name="adj" fmla="val 3468"/>
                </a:avLst>
              </a:prstGeom>
              <a:solidFill>
                <a:schemeClr val="bg1">
                  <a:alpha val="56000"/>
                </a:schemeClr>
              </a:solidFill>
              <a:ln w="9525" cap="flat" cmpd="sng">
                <a:solidFill>
                  <a:schemeClr val="tx2">
                    <a:lumMod val="40000"/>
                    <a:lumOff val="6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04" tIns="45702" rIns="91404" bIns="45702" numCol="1" spcCol="0" anchor="t" anchorCtr="0">
                <a:noAutofit/>
              </a:bodyPr>
              <a:lstStyle/>
              <a:p>
                <a:pPr defTabSz="914034"/>
                <a:endParaRPr lang="zh-CN" sz="1798">
                  <a:solidFill>
                    <a:srgbClr val="3D3D3D">
                      <a:alpha val="100000"/>
                    </a:srgbClr>
                  </a:solidFill>
                </a:endParaRPr>
              </a:p>
            </p:txBody>
          </p:sp>
          <p:cxnSp>
            <p:nvCxnSpPr>
              <p:cNvPr id="66" name="直接连接符 29"/>
              <p:cNvCxnSpPr/>
              <p:nvPr/>
            </p:nvCxnSpPr>
            <p:spPr>
              <a:xfrm>
                <a:off x="6842956" y="4238487"/>
                <a:ext cx="17848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" name="矩形 30" descr="{&quot;isTemplate&quot;:true,&quot;type&quot;:&quot;title&quot;,&quot;canOmit&quot;:false}"/>
              <p:cNvSpPr/>
              <p:nvPr/>
            </p:nvSpPr>
            <p:spPr>
              <a:xfrm>
                <a:off x="6820936" y="3817563"/>
                <a:ext cx="2435711" cy="488950"/>
              </a:xfrm>
              <a:prstGeom prst="rect">
                <a:avLst/>
              </a:prstGeom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lvl="0" indent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1800" b="1">
                    <a:solidFill>
                      <a:schemeClr val="tx1"/>
                    </a:solidFill>
                  </a:rPr>
                  <a:t>本地云端适配</a:t>
                </a:r>
                <a:endParaRPr/>
              </a:p>
            </p:txBody>
          </p:sp>
          <p:sp>
            <p:nvSpPr>
              <p:cNvPr id="68" name="箭头: 五边形 31" descr="{&quot;isTemplate&quot;:true,&quot;type&quot;:&quot;serialNumber&quot;}"/>
              <p:cNvSpPr/>
              <p:nvPr/>
            </p:nvSpPr>
            <p:spPr>
              <a:xfrm>
                <a:off x="6254750" y="3905466"/>
                <a:ext cx="446862" cy="448059"/>
              </a:xfrm>
              <a:prstGeom prst="homePlate">
                <a:avLst>
                  <a:gd name="adj" fmla="val 22016"/>
                </a:avLst>
              </a:prstGeom>
              <a:solidFill>
                <a:schemeClr val="accent2">
                  <a:alpha val="100000"/>
                </a:schemeClr>
              </a:solidFill>
              <a:ln w="12700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anchor="ctr" anchorCtr="0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04</a:t>
                </a:r>
                <a:endParaRPr/>
              </a:p>
            </p:txBody>
          </p:sp>
          <p:sp>
            <p:nvSpPr>
              <p:cNvPr id="69" name="矩形 32" descr="{&quot;isTemplate&quot;:true,&quot;type&quot;:&quot;content&quot;,&quot;canOmit&quot;:true}"/>
              <p:cNvSpPr/>
              <p:nvPr/>
            </p:nvSpPr>
            <p:spPr>
              <a:xfrm>
                <a:off x="6820936" y="4306513"/>
                <a:ext cx="4413975" cy="1734647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</a:pPr>
                <a:r>
                  <a:rPr lang="zh-CN" sz="1400" b="0" dirty="0">
                    <a:solidFill>
                      <a:schemeClr val="tx1"/>
                    </a:solidFill>
                  </a:rPr>
                  <a:t>同时兼容本地低资源部署与云端弹性扩展，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低算力要求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。</a:t>
                </a:r>
                <a:endParaRPr dirty="0"/>
              </a:p>
            </p:txBody>
          </p:sp>
        </p:grpSp>
      </p:grpSp>
      <p:sp>
        <p:nvSpPr>
          <p:cNvPr id="70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Agent框架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0546a6de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组合 578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2135480"/>
            <a:ext cx="10598150" cy="4100220"/>
            <a:chOff x="666750" y="2135480"/>
            <a:chExt cx="10598150" cy="4100220"/>
          </a:xfrm>
        </p:grpSpPr>
        <p:grpSp>
          <p:nvGrpSpPr>
            <p:cNvPr id="580" name="组合 579"/>
            <p:cNvGrpSpPr/>
            <p:nvPr/>
          </p:nvGrpSpPr>
          <p:grpSpPr>
            <a:xfrm>
              <a:off x="666750" y="2135480"/>
              <a:ext cx="2459037" cy="4100220"/>
              <a:chOff x="660399" y="2033880"/>
              <a:chExt cx="2459037" cy="4100220"/>
            </a:xfrm>
          </p:grpSpPr>
          <p:sp>
            <p:nvSpPr>
              <p:cNvPr id="581" name="矩形: 圆角 580"/>
              <p:cNvSpPr/>
              <p:nvPr/>
            </p:nvSpPr>
            <p:spPr>
              <a:xfrm>
                <a:off x="660399" y="2222055"/>
                <a:ext cx="2459037" cy="3723870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  <p:sp>
            <p:nvSpPr>
              <p:cNvPr id="582" name="矩形 581" descr="{&quot;isTemplate&quot;:true,&quot;type&quot;:&quot;title&quot;,&quot;canOmit&quot;:false}"/>
              <p:cNvSpPr/>
              <p:nvPr/>
            </p:nvSpPr>
            <p:spPr>
              <a:xfrm>
                <a:off x="719492" y="2644335"/>
                <a:ext cx="2220789" cy="711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0" indent="0">
                  <a:buNone/>
                </a:pPr>
                <a:r>
                  <a:rPr lang="zh-CN" b="1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地图API工具调用</a:t>
                </a:r>
                <a:endParaRPr lang="en-US"/>
              </a:p>
            </p:txBody>
          </p:sp>
          <p:sp>
            <p:nvSpPr>
              <p:cNvPr id="583" name="矩形 582" descr="{&quot;isTemplate&quot;:true,&quot;type&quot;:&quot;content&quot;,&quot;canOmit&quot;:false}"/>
              <p:cNvSpPr/>
              <p:nvPr/>
            </p:nvSpPr>
            <p:spPr>
              <a:xfrm>
                <a:off x="719492" y="3355535"/>
                <a:ext cx="2220789" cy="25320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Agent通过集成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高德地图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API，实现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用户定位、周边餐厅搜索、餐厅信息（评分、消费、类型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、距离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）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实时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获取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。</a:t>
                </a:r>
                <a:endParaRPr dirty="0"/>
              </a:p>
            </p:txBody>
          </p:sp>
          <p:sp>
            <p:nvSpPr>
              <p:cNvPr id="584" name="椭圆 583" descr="{&quot;isTemplate&quot;:true,&quot;type&quot;:&quot;serialNumber&quot;}"/>
              <p:cNvSpPr/>
              <p:nvPr/>
            </p:nvSpPr>
            <p:spPr>
              <a:xfrm>
                <a:off x="1646918" y="2033880"/>
                <a:ext cx="486000" cy="486000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alpha val="100000"/>
                      </a:schemeClr>
                    </a:solidFill>
                    <a:sym typeface="Arial"/>
                  </a:rPr>
                  <a:t>1</a:t>
                </a:r>
                <a:endParaRPr lang="zh-CN" dirty="0">
                  <a:solidFill>
                    <a:srgbClr val="FFFFFF">
                      <a:alpha val="100000"/>
                    </a:srgbClr>
                  </a:solidFill>
                  <a:sym typeface="Arial"/>
                </a:endParaRPr>
              </a:p>
            </p:txBody>
          </p:sp>
          <p:sp>
            <p:nvSpPr>
              <p:cNvPr id="585" name="Shape1"/>
              <p:cNvSpPr/>
              <p:nvPr/>
            </p:nvSpPr>
            <p:spPr>
              <a:xfrm>
                <a:off x="660399" y="6078967"/>
                <a:ext cx="2459037" cy="5513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alpha val="10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 fontScale="250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</p:grpSp>
        <p:grpSp>
          <p:nvGrpSpPr>
            <p:cNvPr id="586" name="组合 585"/>
            <p:cNvGrpSpPr/>
            <p:nvPr/>
          </p:nvGrpSpPr>
          <p:grpSpPr>
            <a:xfrm>
              <a:off x="3379788" y="2135480"/>
              <a:ext cx="2459037" cy="4100220"/>
              <a:chOff x="4337349" y="2033880"/>
              <a:chExt cx="2459037" cy="4100220"/>
            </a:xfrm>
          </p:grpSpPr>
          <p:sp>
            <p:nvSpPr>
              <p:cNvPr id="587" name="矩形: 圆角 586"/>
              <p:cNvSpPr/>
              <p:nvPr/>
            </p:nvSpPr>
            <p:spPr>
              <a:xfrm>
                <a:off x="4337349" y="2222055"/>
                <a:ext cx="2459037" cy="3723870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  <p:sp>
            <p:nvSpPr>
              <p:cNvPr id="588" name="矩形 587" descr="{&quot;isTemplate&quot;:true,&quot;type&quot;:&quot;title&quot;,&quot;canOmit&quot;:false}"/>
              <p:cNvSpPr/>
              <p:nvPr/>
            </p:nvSpPr>
            <p:spPr>
              <a:xfrm>
                <a:off x="4396442" y="2644335"/>
                <a:ext cx="2220789" cy="711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0" indent="0">
                  <a:buNone/>
                </a:pPr>
                <a:r>
                  <a:rPr lang="zh-CN" b="1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用户偏好生成</a:t>
                </a:r>
                <a:endParaRPr lang="en-US"/>
              </a:p>
            </p:txBody>
          </p:sp>
          <p:sp>
            <p:nvSpPr>
              <p:cNvPr id="589" name="矩形 588" descr="{&quot;isTemplate&quot;:true,&quot;type&quot;:&quot;content&quot;,&quot;canOmit&quot;:false}"/>
              <p:cNvSpPr/>
              <p:nvPr/>
            </p:nvSpPr>
            <p:spPr>
              <a:xfrm>
                <a:off x="4396442" y="3355535"/>
                <a:ext cx="2220789" cy="25320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在保留真实地理位置信息前提下，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基于</a:t>
                </a:r>
                <a:r>
                  <a:rPr lang="en-US" alt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Seed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数据模拟生成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口味、预算、场景等需求，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衍生高质量问题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。</a:t>
                </a:r>
                <a:endParaRPr dirty="0"/>
              </a:p>
            </p:txBody>
          </p:sp>
          <p:sp>
            <p:nvSpPr>
              <p:cNvPr id="590" name="椭圆 589" descr="{&quot;isTemplate&quot;:true,&quot;type&quot;:&quot;serialNumber&quot;}"/>
              <p:cNvSpPr/>
              <p:nvPr/>
            </p:nvSpPr>
            <p:spPr>
              <a:xfrm>
                <a:off x="5323868" y="2033880"/>
                <a:ext cx="486000" cy="486000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alpha val="100000"/>
                      </a:schemeClr>
                    </a:solidFill>
                    <a:sym typeface="Arial"/>
                  </a:rPr>
                  <a:t>2</a:t>
                </a:r>
                <a:endParaRPr lang="zh-CN" dirty="0">
                  <a:solidFill>
                    <a:srgbClr val="FFFFFF">
                      <a:alpha val="100000"/>
                    </a:srgbClr>
                  </a:solidFill>
                  <a:sym typeface="Arial"/>
                </a:endParaRPr>
              </a:p>
            </p:txBody>
          </p:sp>
          <p:sp>
            <p:nvSpPr>
              <p:cNvPr id="591" name="Shape2"/>
              <p:cNvSpPr/>
              <p:nvPr/>
            </p:nvSpPr>
            <p:spPr>
              <a:xfrm>
                <a:off x="4337349" y="6078967"/>
                <a:ext cx="2459037" cy="5513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alpha val="10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 fontScale="250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</p:grpSp>
        <p:grpSp>
          <p:nvGrpSpPr>
            <p:cNvPr id="592" name="组合 591"/>
            <p:cNvGrpSpPr/>
            <p:nvPr/>
          </p:nvGrpSpPr>
          <p:grpSpPr>
            <a:xfrm>
              <a:off x="6092825" y="2135480"/>
              <a:ext cx="2459037" cy="4100220"/>
              <a:chOff x="660399" y="2033880"/>
              <a:chExt cx="2459037" cy="4100220"/>
            </a:xfrm>
          </p:grpSpPr>
          <p:sp>
            <p:nvSpPr>
              <p:cNvPr id="593" name="矩形: 圆角 592"/>
              <p:cNvSpPr/>
              <p:nvPr/>
            </p:nvSpPr>
            <p:spPr>
              <a:xfrm>
                <a:off x="660399" y="2222055"/>
                <a:ext cx="2459037" cy="3723870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  <p:sp>
            <p:nvSpPr>
              <p:cNvPr id="594" name="矩形 593" descr="{&quot;isTemplate&quot;:true,&quot;type&quot;:&quot;title&quot;,&quot;canOmit&quot;:false}"/>
              <p:cNvSpPr/>
              <p:nvPr/>
            </p:nvSpPr>
            <p:spPr>
              <a:xfrm>
                <a:off x="719492" y="2644335"/>
                <a:ext cx="2220789" cy="711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0" indent="0">
                  <a:buNone/>
                </a:pPr>
                <a:r>
                  <a:rPr lang="zh-CN" b="1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餐厅信息整合</a:t>
                </a:r>
                <a:endParaRPr lang="en-US"/>
              </a:p>
            </p:txBody>
          </p:sp>
          <p:sp>
            <p:nvSpPr>
              <p:cNvPr id="595" name="矩形 594" descr="{&quot;isTemplate&quot;:true,&quot;type&quot;:&quot;content&quot;,&quot;canOmit&quot;:false}"/>
              <p:cNvSpPr/>
              <p:nvPr/>
            </p:nvSpPr>
            <p:spPr>
              <a:xfrm>
                <a:off x="719492" y="3355535"/>
                <a:ext cx="2220789" cy="25320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Qwen3-max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整合餐厅信息，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根据用户位置和偏好进行针对性推荐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。</a:t>
                </a:r>
                <a:endParaRPr dirty="0"/>
              </a:p>
            </p:txBody>
          </p:sp>
          <p:sp>
            <p:nvSpPr>
              <p:cNvPr id="596" name="椭圆 595" descr="{&quot;isTemplate&quot;:true,&quot;type&quot;:&quot;serialNumber&quot;}"/>
              <p:cNvSpPr/>
              <p:nvPr/>
            </p:nvSpPr>
            <p:spPr>
              <a:xfrm>
                <a:off x="1646918" y="2033880"/>
                <a:ext cx="486000" cy="486000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alpha val="100000"/>
                      </a:schemeClr>
                    </a:solidFill>
                    <a:sym typeface="Arial"/>
                  </a:rPr>
                  <a:t>3</a:t>
                </a:r>
                <a:endParaRPr lang="zh-CN" dirty="0">
                  <a:solidFill>
                    <a:srgbClr val="FFFFFF">
                      <a:alpha val="100000"/>
                    </a:srgbClr>
                  </a:solidFill>
                  <a:sym typeface="Arial"/>
                </a:endParaRPr>
              </a:p>
            </p:txBody>
          </p:sp>
          <p:sp>
            <p:nvSpPr>
              <p:cNvPr id="597" name="Shape1"/>
              <p:cNvSpPr/>
              <p:nvPr/>
            </p:nvSpPr>
            <p:spPr>
              <a:xfrm>
                <a:off x="660399" y="6078967"/>
                <a:ext cx="2459037" cy="5513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alpha val="10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 fontScale="250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</p:grpSp>
        <p:grpSp>
          <p:nvGrpSpPr>
            <p:cNvPr id="598" name="组合 597"/>
            <p:cNvGrpSpPr/>
            <p:nvPr/>
          </p:nvGrpSpPr>
          <p:grpSpPr>
            <a:xfrm>
              <a:off x="8805863" y="2135480"/>
              <a:ext cx="2459037" cy="4100220"/>
              <a:chOff x="4337349" y="2033880"/>
              <a:chExt cx="2459037" cy="4100220"/>
            </a:xfrm>
          </p:grpSpPr>
          <p:sp>
            <p:nvSpPr>
              <p:cNvPr id="599" name="矩形: 圆角 598"/>
              <p:cNvSpPr/>
              <p:nvPr/>
            </p:nvSpPr>
            <p:spPr>
              <a:xfrm>
                <a:off x="4337349" y="2222055"/>
                <a:ext cx="2459037" cy="3723870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  <p:sp>
            <p:nvSpPr>
              <p:cNvPr id="600" name="矩形 599" descr="{&quot;isTemplate&quot;:true,&quot;type&quot;:&quot;title&quot;,&quot;canOmit&quot;:false}"/>
              <p:cNvSpPr/>
              <p:nvPr/>
            </p:nvSpPr>
            <p:spPr>
              <a:xfrm>
                <a:off x="4396442" y="2644335"/>
                <a:ext cx="2220789" cy="711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口语化</a:t>
                </a:r>
                <a:r>
                  <a:rPr lang="zh-CN" b="1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数据输出</a:t>
                </a:r>
                <a:endParaRPr lang="en-US" dirty="0"/>
              </a:p>
            </p:txBody>
          </p:sp>
          <p:sp>
            <p:nvSpPr>
              <p:cNvPr id="601" name="矩形 600" descr="{&quot;isTemplate&quot;:true,&quot;type&quot;:&quot;content&quot;,&quot;canOmit&quot;:false}"/>
              <p:cNvSpPr/>
              <p:nvPr/>
            </p:nvSpPr>
            <p:spPr>
              <a:xfrm>
                <a:off x="4396442" y="3355535"/>
                <a:ext cx="2220789" cy="25320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最终以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口语化的回答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输出推荐结果</a:t>
                </a:r>
                <a:r>
                  <a:rPr lang="zh-CN" altLang="en-US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，</a:t>
                </a:r>
                <a:r>
                  <a:rPr lang="zh-CN" sz="1200" dirty="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清晰展示关键信息，便于用户快速决策。</a:t>
                </a:r>
                <a:endParaRPr dirty="0"/>
              </a:p>
            </p:txBody>
          </p:sp>
          <p:sp>
            <p:nvSpPr>
              <p:cNvPr id="602" name="椭圆 601" descr="{&quot;isTemplate&quot;:true,&quot;type&quot;:&quot;serialNumber&quot;}"/>
              <p:cNvSpPr/>
              <p:nvPr/>
            </p:nvSpPr>
            <p:spPr>
              <a:xfrm>
                <a:off x="5323868" y="2033880"/>
                <a:ext cx="486000" cy="486000"/>
              </a:xfrm>
              <a:prstGeom prst="ellipse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alpha val="100000"/>
                      </a:schemeClr>
                    </a:solidFill>
                    <a:sym typeface="Arial"/>
                  </a:rPr>
                  <a:t>4</a:t>
                </a:r>
                <a:endParaRPr lang="zh-CN" dirty="0">
                  <a:solidFill>
                    <a:srgbClr val="FFFFFF">
                      <a:alpha val="100000"/>
                    </a:srgbClr>
                  </a:solidFill>
                  <a:sym typeface="Arial"/>
                </a:endParaRPr>
              </a:p>
            </p:txBody>
          </p:sp>
          <p:sp>
            <p:nvSpPr>
              <p:cNvPr id="603" name="Shape2"/>
              <p:cNvSpPr/>
              <p:nvPr/>
            </p:nvSpPr>
            <p:spPr>
              <a:xfrm>
                <a:off x="4337349" y="6078967"/>
                <a:ext cx="2459037" cy="5513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alpha val="10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0">
                <a:normAutofit fontScale="25000" lnSpcReduction="20000"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1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</p:grpSp>
      </p:grpSp>
      <p:sp>
        <p:nvSpPr>
          <p:cNvPr id="604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Agent功能设计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9a04b631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en-US" altLang="zh-CN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Tools</a:t>
            </a:r>
            <a:r>
              <a:rPr lang="zh-CN" altLang="en-US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设计</a:t>
            </a:r>
            <a:endParaRPr dirty="0"/>
          </a:p>
        </p:txBody>
      </p:sp>
      <p:grpSp>
        <p:nvGrpSpPr>
          <p:cNvPr id="6" name="组合 5" descr="{&quot;isTemplate&quot;:true,&quot;type&quot;:&quot;list&quot;,&quot;alignment&quot;:&quot;left&quot;,&quot;alignmentVertical&quot;:&quot;top&quot;,&quot;canOmit&quot;:false,&quot;scalable&quot;:false,&quot;minItemsCount&quot;:0}">
            <a:extLst>
              <a:ext uri="{FF2B5EF4-FFF2-40B4-BE49-F238E27FC236}">
                <a16:creationId xmlns:a16="http://schemas.microsoft.com/office/drawing/2014/main" id="{5C1DBCD6-AD33-2779-1B90-342FF377BAD2}"/>
              </a:ext>
            </a:extLst>
          </p:cNvPr>
          <p:cNvGrpSpPr/>
          <p:nvPr/>
        </p:nvGrpSpPr>
        <p:grpSpPr>
          <a:xfrm>
            <a:off x="648468" y="927100"/>
            <a:ext cx="10876783" cy="4973361"/>
            <a:chOff x="666750" y="1231900"/>
            <a:chExt cx="5801360" cy="4973361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F5092DF-E28D-0B72-1935-2E219F29A6A7}"/>
                </a:ext>
              </a:extLst>
            </p:cNvPr>
            <p:cNvGrpSpPr/>
            <p:nvPr/>
          </p:nvGrpSpPr>
          <p:grpSpPr>
            <a:xfrm>
              <a:off x="666750" y="1231900"/>
              <a:ext cx="2773680" cy="523585"/>
              <a:chOff x="819150" y="1197264"/>
              <a:chExt cx="2773680" cy="523585"/>
            </a:xfrm>
          </p:grpSpPr>
          <p:sp>
            <p:nvSpPr>
              <p:cNvPr id="20" name="矩形 19" descr="{&quot;isTemplate&quot;:true,&quot;type&quot;:&quot;title&quot;,&quot;canOmit&quot;:false}">
                <a:extLst>
                  <a:ext uri="{FF2B5EF4-FFF2-40B4-BE49-F238E27FC236}">
                    <a16:creationId xmlns:a16="http://schemas.microsoft.com/office/drawing/2014/main" id="{8229DF99-F145-0173-4169-57C51106539C}"/>
                  </a:ext>
                </a:extLst>
              </p:cNvPr>
              <p:cNvSpPr/>
              <p:nvPr/>
            </p:nvSpPr>
            <p:spPr>
              <a:xfrm>
                <a:off x="819150" y="1197264"/>
                <a:ext cx="277368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lvl="0">
                  <a:lnSpc>
                    <a:spcPct val="130000"/>
                  </a:lnSpc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2000" b="1" dirty="0" err="1">
                    <a:solidFill>
                      <a:schemeClr val="tx1">
                        <a:alpha val="100000"/>
                      </a:schemeClr>
                    </a:solidFill>
                  </a:rPr>
                  <a:t>geo_location_tool</a:t>
                </a:r>
                <a:endParaRPr dirty="0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62BA0EC-7B56-90C3-A537-16729C56B646}"/>
                  </a:ext>
                </a:extLst>
              </p:cNvPr>
              <p:cNvSpPr/>
              <p:nvPr/>
            </p:nvSpPr>
            <p:spPr>
              <a:xfrm>
                <a:off x="911514" y="1651578"/>
                <a:ext cx="1009522" cy="6927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5F93B46-1F7C-DE31-B072-3D7367493465}"/>
                </a:ext>
              </a:extLst>
            </p:cNvPr>
            <p:cNvGrpSpPr/>
            <p:nvPr/>
          </p:nvGrpSpPr>
          <p:grpSpPr>
            <a:xfrm>
              <a:off x="666750" y="3860800"/>
              <a:ext cx="2773680" cy="523585"/>
              <a:chOff x="911514" y="3629446"/>
              <a:chExt cx="2773680" cy="523585"/>
            </a:xfrm>
          </p:grpSpPr>
          <p:sp>
            <p:nvSpPr>
              <p:cNvPr id="17" name="矩形 16" descr="{&quot;isTemplate&quot;:true,&quot;type&quot;:&quot;title&quot;,&quot;canOmit&quot;:false}">
                <a:extLst>
                  <a:ext uri="{FF2B5EF4-FFF2-40B4-BE49-F238E27FC236}">
                    <a16:creationId xmlns:a16="http://schemas.microsoft.com/office/drawing/2014/main" id="{81989BB2-6849-D4D8-2199-27F370617D24}"/>
                  </a:ext>
                </a:extLst>
              </p:cNvPr>
              <p:cNvSpPr/>
              <p:nvPr/>
            </p:nvSpPr>
            <p:spPr>
              <a:xfrm>
                <a:off x="911514" y="3629446"/>
                <a:ext cx="277368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lvl="0">
                  <a:lnSpc>
                    <a:spcPct val="130000"/>
                  </a:lnSpc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2000" b="1" dirty="0" err="1">
                    <a:solidFill>
                      <a:schemeClr val="tx1">
                        <a:alpha val="100000"/>
                      </a:schemeClr>
                    </a:solidFill>
                  </a:rPr>
                  <a:t>restaurant_search_tool</a:t>
                </a:r>
                <a:endParaRPr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5052669-3475-EBB4-F961-F72930248F95}"/>
                  </a:ext>
                </a:extLst>
              </p:cNvPr>
              <p:cNvSpPr/>
              <p:nvPr/>
            </p:nvSpPr>
            <p:spPr>
              <a:xfrm>
                <a:off x="1003878" y="4083760"/>
                <a:ext cx="1009522" cy="6927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7C1E18B-A7EA-6050-51D9-F6F9D9296539}"/>
                </a:ext>
              </a:extLst>
            </p:cNvPr>
            <p:cNvGrpSpPr/>
            <p:nvPr/>
          </p:nvGrpSpPr>
          <p:grpSpPr>
            <a:xfrm>
              <a:off x="3694430" y="1231900"/>
              <a:ext cx="2773680" cy="523585"/>
              <a:chOff x="819150" y="1197264"/>
              <a:chExt cx="2773680" cy="523585"/>
            </a:xfrm>
          </p:grpSpPr>
          <p:sp>
            <p:nvSpPr>
              <p:cNvPr id="14" name="矩形 13" descr="{&quot;isTemplate&quot;:true,&quot;type&quot;:&quot;title&quot;,&quot;canOmit&quot;:false}">
                <a:extLst>
                  <a:ext uri="{FF2B5EF4-FFF2-40B4-BE49-F238E27FC236}">
                    <a16:creationId xmlns:a16="http://schemas.microsoft.com/office/drawing/2014/main" id="{C5B4BD7E-9406-C7E1-6474-825B9C174468}"/>
                  </a:ext>
                </a:extLst>
              </p:cNvPr>
              <p:cNvSpPr/>
              <p:nvPr/>
            </p:nvSpPr>
            <p:spPr>
              <a:xfrm>
                <a:off x="819150" y="1197264"/>
                <a:ext cx="277368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lvl="0">
                  <a:lnSpc>
                    <a:spcPct val="130000"/>
                  </a:lnSpc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2000" b="1" dirty="0" err="1">
                    <a:solidFill>
                      <a:schemeClr val="tx1">
                        <a:alpha val="100000"/>
                      </a:schemeClr>
                    </a:solidFill>
                  </a:rPr>
                  <a:t>preference_gen_tool</a:t>
                </a:r>
                <a:endParaRPr dirty="0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096409-3C8B-9334-7CC6-08497BA38307}"/>
                  </a:ext>
                </a:extLst>
              </p:cNvPr>
              <p:cNvSpPr/>
              <p:nvPr/>
            </p:nvSpPr>
            <p:spPr>
              <a:xfrm>
                <a:off x="911514" y="1651578"/>
                <a:ext cx="1009522" cy="6927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74F94C1-54FA-691A-C471-66C7739C2F7E}"/>
                </a:ext>
              </a:extLst>
            </p:cNvPr>
            <p:cNvGrpSpPr/>
            <p:nvPr/>
          </p:nvGrpSpPr>
          <p:grpSpPr>
            <a:xfrm>
              <a:off x="3694430" y="3860800"/>
              <a:ext cx="2773680" cy="2344461"/>
              <a:chOff x="911514" y="3629446"/>
              <a:chExt cx="2773680" cy="2344461"/>
            </a:xfrm>
          </p:grpSpPr>
          <p:sp>
            <p:nvSpPr>
              <p:cNvPr id="11" name="矩形 10" descr="{&quot;isTemplate&quot;:true,&quot;type&quot;:&quot;title&quot;,&quot;canOmit&quot;:false}">
                <a:extLst>
                  <a:ext uri="{FF2B5EF4-FFF2-40B4-BE49-F238E27FC236}">
                    <a16:creationId xmlns:a16="http://schemas.microsoft.com/office/drawing/2014/main" id="{44E6BE5A-99FA-AFA4-4EAE-9D0F31E777E4}"/>
                  </a:ext>
                </a:extLst>
              </p:cNvPr>
              <p:cNvSpPr/>
              <p:nvPr/>
            </p:nvSpPr>
            <p:spPr>
              <a:xfrm>
                <a:off x="911514" y="3629446"/>
                <a:ext cx="2773680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2000" b="1" dirty="0">
                    <a:solidFill>
                      <a:schemeClr val="tx1">
                        <a:alpha val="100000"/>
                      </a:schemeClr>
                    </a:solidFill>
                  </a:rPr>
                  <a:t>plan</a:t>
                </a:r>
                <a:endParaRPr dirty="0"/>
              </a:p>
            </p:txBody>
          </p:sp>
          <p:sp>
            <p:nvSpPr>
              <p:cNvPr id="12" name="矩形 11" descr="{&quot;isTemplate&quot;:true,&quot;type&quot;:&quot;content&quot;,&quot;canOmit&quot;:true}">
                <a:extLst>
                  <a:ext uri="{FF2B5EF4-FFF2-40B4-BE49-F238E27FC236}">
                    <a16:creationId xmlns:a16="http://schemas.microsoft.com/office/drawing/2014/main" id="{1DA29816-8A4F-5B28-3DAE-9CF5CA563830}"/>
                  </a:ext>
                </a:extLst>
              </p:cNvPr>
              <p:cNvSpPr/>
              <p:nvPr/>
            </p:nvSpPr>
            <p:spPr>
              <a:xfrm>
                <a:off x="911514" y="4122593"/>
                <a:ext cx="2773680" cy="185131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1400" b="0" dirty="0" err="1">
                    <a:solidFill>
                      <a:schemeClr val="tx1">
                        <a:alpha val="100000"/>
                      </a:schemeClr>
                    </a:solidFill>
                  </a:rPr>
                  <a:t>Smolagents</a:t>
                </a:r>
                <a:r>
                  <a:rPr lang="zh-CN" altLang="en-US" sz="1400" b="0" dirty="0">
                    <a:solidFill>
                      <a:schemeClr val="tx1">
                        <a:alpha val="100000"/>
                      </a:schemeClr>
                    </a:solidFill>
                  </a:rPr>
                  <a:t>自带</a:t>
                </a:r>
                <a:endParaRPr dirty="0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17FCCB-8DDC-AA33-B3A5-AF31D5D0D72F}"/>
                  </a:ext>
                </a:extLst>
              </p:cNvPr>
              <p:cNvSpPr/>
              <p:nvPr/>
            </p:nvSpPr>
            <p:spPr>
              <a:xfrm>
                <a:off x="1003878" y="4083760"/>
                <a:ext cx="1009522" cy="6927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CACC1924-D72F-49EF-BCED-C298A6DC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72" y="1568450"/>
            <a:ext cx="3952172" cy="191962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554F9B3-6F66-9114-9390-D0FCA73D4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138" y="1562870"/>
            <a:ext cx="3254121" cy="202776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187A0F5-8B37-1937-166D-2FA606573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72" y="4229076"/>
            <a:ext cx="3335247" cy="22453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2fc4783d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725506" y="1964766"/>
            <a:ext cx="10734638" cy="4270934"/>
            <a:chOff x="725506" y="1964766"/>
            <a:chExt cx="10734638" cy="4270934"/>
          </a:xfrm>
        </p:grpSpPr>
        <p:grpSp>
          <p:nvGrpSpPr>
            <p:cNvPr id="73" name="组合 72"/>
            <p:cNvGrpSpPr/>
            <p:nvPr/>
          </p:nvGrpSpPr>
          <p:grpSpPr>
            <a:xfrm>
              <a:off x="725506" y="1964766"/>
              <a:ext cx="4452123" cy="1772987"/>
              <a:chOff x="725506" y="1964766"/>
              <a:chExt cx="4452123" cy="1772987"/>
            </a:xfrm>
          </p:grpSpPr>
          <p:sp>
            <p:nvSpPr>
              <p:cNvPr id="74" name="文本框 15" descr="{&quot;isTemplate&quot;:true,&quot;type&quot;:&quot;serialNumber&quot;}"/>
              <p:cNvSpPr txBox="1"/>
              <p:nvPr/>
            </p:nvSpPr>
            <p:spPr>
              <a:xfrm>
                <a:off x="725506" y="1964766"/>
                <a:ext cx="1035050" cy="79851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algn="just"/>
                <a:r>
                  <a:rPr lang="en-US" sz="5400" b="1">
                    <a:solidFill>
                      <a:schemeClr val="accent1"/>
                    </a:solidFill>
                    <a:effectLst>
                      <a:outerShdw blurRad="25400" dist="76200" dir="8100000" algn="tr" rotWithShape="0">
                        <a:srgbClr val="000000">
                          <a:alpha val="80000"/>
                        </a:srgbClr>
                      </a:outerShdw>
                    </a:effectLst>
                    <a:sym typeface="思源黑体 CN Normal"/>
                  </a:rPr>
                  <a:t>01</a:t>
                </a:r>
                <a:endParaRPr/>
              </a:p>
            </p:txBody>
          </p:sp>
          <p:grpSp>
            <p:nvGrpSpPr>
              <p:cNvPr id="75" name="组合 74"/>
              <p:cNvGrpSpPr/>
              <p:nvPr/>
            </p:nvGrpSpPr>
            <p:grpSpPr>
              <a:xfrm>
                <a:off x="1577625" y="2048653"/>
                <a:ext cx="3600004" cy="1689100"/>
                <a:chOff x="1577625" y="2048653"/>
                <a:chExt cx="3600004" cy="1689100"/>
              </a:xfrm>
            </p:grpSpPr>
            <p:sp>
              <p:nvSpPr>
                <p:cNvPr id="76" name="文本框 3" descr="{&quot;isTemplate&quot;:true,&quot;type&quot;:&quot;title&quot;,&quot;canOmit&quot;:false}"/>
                <p:cNvSpPr txBox="1"/>
                <p:nvPr/>
              </p:nvSpPr>
              <p:spPr>
                <a:xfrm>
                  <a:off x="1577625" y="2048653"/>
                  <a:ext cx="3600004" cy="4889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rtlCol="0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sz="2000" b="1">
                      <a:solidFill>
                        <a:schemeClr val="tx1"/>
                      </a:solidFill>
                    </a:rPr>
                    <a:t>地理位置查询</a:t>
                  </a:r>
                  <a:endParaRPr/>
                </a:p>
              </p:txBody>
            </p:sp>
            <p:sp>
              <p:nvSpPr>
                <p:cNvPr id="77" name="TextBox 17" descr="{&quot;isTemplate&quot;:true,&quot;type&quot;:&quot;content&quot;,&quot;canOmit&quot;:true}"/>
                <p:cNvSpPr txBox="1"/>
                <p:nvPr/>
              </p:nvSpPr>
              <p:spPr>
                <a:xfrm>
                  <a:off x="1577625" y="2537603"/>
                  <a:ext cx="3600004" cy="12001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rtlCol="0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sz="1400" b="0">
                      <a:solidFill>
                        <a:schemeClr val="tx1"/>
                      </a:solidFill>
                    </a:rPr>
                    <a:t>本系统首先利用高德API获取用户当前地理位置，精准定位周边餐饮区域，为后续推荐奠定基础。</a:t>
                  </a:r>
                  <a:endParaRPr/>
                </a:p>
              </p:txBody>
            </p:sp>
          </p:grpSp>
        </p:grpSp>
        <p:grpSp>
          <p:nvGrpSpPr>
            <p:cNvPr id="78" name="组合 77"/>
            <p:cNvGrpSpPr/>
            <p:nvPr/>
          </p:nvGrpSpPr>
          <p:grpSpPr>
            <a:xfrm>
              <a:off x="5707857" y="1964766"/>
              <a:ext cx="4452123" cy="1772987"/>
              <a:chOff x="5707857" y="1964766"/>
              <a:chExt cx="4452123" cy="1772987"/>
            </a:xfrm>
          </p:grpSpPr>
          <p:sp>
            <p:nvSpPr>
              <p:cNvPr id="79" name="文本框 15" descr="{&quot;isTemplate&quot;:true,&quot;type&quot;:&quot;serialNumber&quot;}"/>
              <p:cNvSpPr txBox="1"/>
              <p:nvPr/>
            </p:nvSpPr>
            <p:spPr>
              <a:xfrm>
                <a:off x="5707857" y="1964766"/>
                <a:ext cx="1035050" cy="79851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 algn="just"/>
                <a:r>
                  <a:rPr lang="en-US" sz="5400" b="1">
                    <a:solidFill>
                      <a:schemeClr val="accent1"/>
                    </a:solidFill>
                    <a:effectLst>
                      <a:outerShdw blurRad="25400" dist="76200" dir="8100000" algn="tr" rotWithShape="0">
                        <a:srgbClr val="000000">
                          <a:alpha val="80000"/>
                        </a:srgbClr>
                      </a:outerShdw>
                    </a:effectLst>
                    <a:sym typeface="思源黑体 CN Normal"/>
                  </a:rPr>
                  <a:t>02</a:t>
                </a:r>
                <a:endParaRPr/>
              </a:p>
            </p:txBody>
          </p:sp>
          <p:grpSp>
            <p:nvGrpSpPr>
              <p:cNvPr id="80" name="组合 79"/>
              <p:cNvGrpSpPr/>
              <p:nvPr/>
            </p:nvGrpSpPr>
            <p:grpSpPr>
              <a:xfrm>
                <a:off x="6559976" y="2048653"/>
                <a:ext cx="3600004" cy="1689100"/>
                <a:chOff x="6559976" y="2048653"/>
                <a:chExt cx="3600004" cy="1689100"/>
              </a:xfrm>
            </p:grpSpPr>
            <p:sp>
              <p:nvSpPr>
                <p:cNvPr id="81" name="文本框 3" descr="{&quot;isTemplate&quot;:true,&quot;type&quot;:&quot;title&quot;,&quot;canOmit&quot;:false}"/>
                <p:cNvSpPr txBox="1"/>
                <p:nvPr/>
              </p:nvSpPr>
              <p:spPr>
                <a:xfrm>
                  <a:off x="6559976" y="2048653"/>
                  <a:ext cx="3600004" cy="4889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rtlCol="0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sz="2000" b="1">
                      <a:solidFill>
                        <a:schemeClr val="tx1"/>
                      </a:solidFill>
                    </a:rPr>
                    <a:t>偏好生成功能</a:t>
                  </a:r>
                  <a:endParaRPr/>
                </a:p>
              </p:txBody>
            </p:sp>
            <p:sp>
              <p:nvSpPr>
                <p:cNvPr id="82" name="TextBox 17" descr="{&quot;isTemplate&quot;:true,&quot;type&quot;:&quot;content&quot;,&quot;canOmit&quot;:true}"/>
                <p:cNvSpPr txBox="1"/>
                <p:nvPr/>
              </p:nvSpPr>
              <p:spPr>
                <a:xfrm>
                  <a:off x="6559976" y="2537603"/>
                  <a:ext cx="3600004" cy="12001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rtlCol="0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通过模仿</a:t>
                  </a:r>
                  <a:r>
                    <a:rPr lang="en-US" altLang="zh-CN" sz="1400" b="0" dirty="0">
                      <a:solidFill>
                        <a:schemeClr val="tx1"/>
                      </a:solidFill>
                    </a:rPr>
                    <a:t>seed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自动生成用户口味、预算偏好</a:t>
                  </a:r>
                  <a:endParaRPr dirty="0"/>
                </a:p>
              </p:txBody>
            </p:sp>
          </p:grpSp>
        </p:grpSp>
        <p:grpSp>
          <p:nvGrpSpPr>
            <p:cNvPr id="83" name="组合 82"/>
            <p:cNvGrpSpPr/>
            <p:nvPr/>
          </p:nvGrpSpPr>
          <p:grpSpPr>
            <a:xfrm>
              <a:off x="2025670" y="4462713"/>
              <a:ext cx="4452123" cy="1772987"/>
              <a:chOff x="2025670" y="4462713"/>
              <a:chExt cx="4452123" cy="1772987"/>
            </a:xfrm>
          </p:grpSpPr>
          <p:sp>
            <p:nvSpPr>
              <p:cNvPr id="84" name="文本框 15" descr="{&quot;isTemplate&quot;:true,&quot;type&quot;:&quot;serialNumber&quot;}"/>
              <p:cNvSpPr txBox="1"/>
              <p:nvPr/>
            </p:nvSpPr>
            <p:spPr>
              <a:xfrm>
                <a:off x="2025670" y="4462713"/>
                <a:ext cx="1035050" cy="798518"/>
              </a:xfrm>
              <a:prstGeom prst="rect">
                <a:avLst/>
              </a:prstGeom>
              <a:noFill/>
              <a:ln/>
            </p:spPr>
            <p:txBody>
              <a:bodyPr wrap="square" anchor="t" anchorCtr="0">
                <a:noAutofit/>
              </a:bodyPr>
              <a:lstStyle/>
              <a:p>
                <a:pPr algn="just"/>
                <a:r>
                  <a:rPr lang="en-US" sz="5400" b="1">
                    <a:solidFill>
                      <a:schemeClr val="accent1"/>
                    </a:solidFill>
                    <a:effectLst>
                      <a:outerShdw blurRad="25400" dist="76200" dir="8100000" algn="tr" rotWithShape="0">
                        <a:srgbClr val="000000">
                          <a:alpha val="80000"/>
                        </a:srgbClr>
                      </a:outerShdw>
                    </a:effectLst>
                    <a:sym typeface="思源黑体 CN Normal"/>
                  </a:rPr>
                  <a:t>03</a:t>
                </a:r>
                <a:endParaRPr/>
              </a:p>
            </p:txBody>
          </p:sp>
          <p:grpSp>
            <p:nvGrpSpPr>
              <p:cNvPr id="85" name="组合 84"/>
              <p:cNvGrpSpPr/>
              <p:nvPr/>
            </p:nvGrpSpPr>
            <p:grpSpPr>
              <a:xfrm>
                <a:off x="2877789" y="4546600"/>
                <a:ext cx="3600004" cy="1689100"/>
                <a:chOff x="2877789" y="4546600"/>
                <a:chExt cx="3600004" cy="1689100"/>
              </a:xfrm>
            </p:grpSpPr>
            <p:sp>
              <p:nvSpPr>
                <p:cNvPr id="86" name="文本框 3" descr="{&quot;isTemplate&quot;:true,&quot;type&quot;:&quot;title&quot;,&quot;canOmit&quot;:false}"/>
                <p:cNvSpPr txBox="1"/>
                <p:nvPr/>
              </p:nvSpPr>
              <p:spPr>
                <a:xfrm>
                  <a:off x="2877789" y="4546600"/>
                  <a:ext cx="3600004" cy="4889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sz="2000" b="1">
                      <a:solidFill>
                        <a:schemeClr val="tx1"/>
                      </a:solidFill>
                    </a:rPr>
                    <a:t>餐厅筛选排序</a:t>
                  </a:r>
                  <a:endParaRPr/>
                </a:p>
              </p:txBody>
            </p:sp>
            <p:sp>
              <p:nvSpPr>
                <p:cNvPr id="87" name="TextBox 17" descr="{&quot;isTemplate&quot;:true,&quot;type&quot;:&quot;content&quot;,&quot;canOmit&quot;:true}"/>
                <p:cNvSpPr txBox="1"/>
                <p:nvPr/>
              </p:nvSpPr>
              <p:spPr>
                <a:xfrm>
                  <a:off x="2877789" y="5035550"/>
                  <a:ext cx="3600004" cy="12001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sz="1400" b="0" dirty="0">
                      <a:solidFill>
                        <a:schemeClr val="tx1"/>
                      </a:solidFill>
                    </a:rPr>
                    <a:t>基于地理位置和偏好标签，系统</a:t>
                  </a:r>
                  <a:r>
                    <a:rPr lang="zh-CN" altLang="en-US" sz="1400" dirty="0"/>
                    <a:t>从高德地图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获取餐厅信息，</a:t>
                  </a:r>
                  <a:r>
                    <a:rPr lang="zh-CN" sz="1400" b="0" dirty="0">
                      <a:solidFill>
                        <a:schemeClr val="tx1"/>
                      </a:solidFill>
                    </a:rPr>
                    <a:t>按距离、评分等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标准</a:t>
                  </a:r>
                  <a:r>
                    <a:rPr lang="zh-CN" sz="1400" b="0" dirty="0">
                      <a:solidFill>
                        <a:schemeClr val="tx1"/>
                      </a:solidFill>
                    </a:rPr>
                    <a:t>动态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筛选</a:t>
                  </a:r>
                  <a:r>
                    <a:rPr lang="zh-CN" sz="1400" b="0" dirty="0">
                      <a:solidFill>
                        <a:schemeClr val="tx1"/>
                      </a:solidFill>
                    </a:rPr>
                    <a:t>。</a:t>
                  </a:r>
                  <a:endParaRPr dirty="0"/>
                </a:p>
              </p:txBody>
            </p:sp>
          </p:grpSp>
        </p:grpSp>
        <p:grpSp>
          <p:nvGrpSpPr>
            <p:cNvPr id="88" name="组合 87"/>
            <p:cNvGrpSpPr/>
            <p:nvPr/>
          </p:nvGrpSpPr>
          <p:grpSpPr>
            <a:xfrm>
              <a:off x="7008021" y="4462713"/>
              <a:ext cx="4452123" cy="1772987"/>
              <a:chOff x="7008021" y="4462713"/>
              <a:chExt cx="4452123" cy="1772987"/>
            </a:xfrm>
          </p:grpSpPr>
          <p:sp>
            <p:nvSpPr>
              <p:cNvPr id="89" name="文本框 15" descr="{&quot;isTemplate&quot;:true,&quot;type&quot;:&quot;serialNumber&quot;}"/>
              <p:cNvSpPr txBox="1"/>
              <p:nvPr/>
            </p:nvSpPr>
            <p:spPr>
              <a:xfrm>
                <a:off x="7008021" y="4462713"/>
                <a:ext cx="1035050" cy="798518"/>
              </a:xfrm>
              <a:prstGeom prst="rect">
                <a:avLst/>
              </a:prstGeom>
              <a:noFill/>
              <a:ln/>
            </p:spPr>
            <p:txBody>
              <a:bodyPr wrap="square" anchor="t" anchorCtr="0">
                <a:noAutofit/>
              </a:bodyPr>
              <a:lstStyle/>
              <a:p>
                <a:pPr algn="just"/>
                <a:r>
                  <a:rPr lang="en-US" sz="5400" b="1">
                    <a:solidFill>
                      <a:schemeClr val="accent1"/>
                    </a:solidFill>
                    <a:effectLst>
                      <a:outerShdw blurRad="25400" dist="76200" dir="8100000" algn="tr" rotWithShape="0">
                        <a:srgbClr val="000000">
                          <a:alpha val="80000"/>
                        </a:srgbClr>
                      </a:outerShdw>
                    </a:effectLst>
                    <a:sym typeface="思源黑体 CN Normal"/>
                  </a:rPr>
                  <a:t>04</a:t>
                </a:r>
                <a:endParaRPr/>
              </a:p>
            </p:txBody>
          </p:sp>
          <p:grpSp>
            <p:nvGrpSpPr>
              <p:cNvPr id="90" name="组合 89"/>
              <p:cNvGrpSpPr/>
              <p:nvPr/>
            </p:nvGrpSpPr>
            <p:grpSpPr>
              <a:xfrm>
                <a:off x="7860140" y="4546600"/>
                <a:ext cx="3600004" cy="1689100"/>
                <a:chOff x="7860140" y="4546600"/>
                <a:chExt cx="3600004" cy="1689100"/>
              </a:xfrm>
            </p:grpSpPr>
            <p:sp>
              <p:nvSpPr>
                <p:cNvPr id="91" name="文本框 3" descr="{&quot;isTemplate&quot;:true,&quot;type&quot;:&quot;title&quot;,&quot;canOmit&quot;:false}"/>
                <p:cNvSpPr txBox="1"/>
                <p:nvPr/>
              </p:nvSpPr>
              <p:spPr>
                <a:xfrm>
                  <a:off x="7860140" y="4546600"/>
                  <a:ext cx="3600004" cy="4889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altLang="en-US" sz="2000" b="1" dirty="0"/>
                    <a:t>计划</a:t>
                  </a:r>
                  <a:r>
                    <a:rPr lang="zh-CN" sz="2000" b="1" dirty="0">
                      <a:solidFill>
                        <a:schemeClr val="tx1"/>
                      </a:solidFill>
                    </a:rPr>
                    <a:t>决策</a:t>
                  </a:r>
                  <a:endParaRPr dirty="0"/>
                </a:p>
              </p:txBody>
            </p:sp>
            <p:sp>
              <p:nvSpPr>
                <p:cNvPr id="92" name="TextBox 17" descr="{&quot;isTemplate&quot;:true,&quot;type&quot;:&quot;content&quot;,&quot;canOmit&quot;:true}"/>
                <p:cNvSpPr txBox="1"/>
                <p:nvPr/>
              </p:nvSpPr>
              <p:spPr>
                <a:xfrm>
                  <a:off x="7860140" y="5035550"/>
                  <a:ext cx="3600004" cy="1200150"/>
                </a:xfrm>
                <a:prstGeom prst="rect">
                  <a:avLst/>
                </a:prstGeom>
                <a:noFill/>
                <a:ln/>
              </p:spPr>
              <p:txBody>
                <a:bodyPr vert="horz" wrap="square" lIns="90043" tIns="46863" rIns="90043" bIns="46863" anchor="t" anchorCtr="0">
                  <a:noAutofit/>
                </a:bodyPr>
                <a:lstStyle/>
                <a:p>
                  <a:pPr marL="0" indent="0" algn="just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None/>
                  </a:pPr>
                  <a:r>
                    <a:rPr lang="zh-CN" sz="1400" b="0" dirty="0">
                      <a:solidFill>
                        <a:schemeClr val="tx1"/>
                      </a:solidFill>
                    </a:rPr>
                    <a:t>整体流程包含定位、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搜索、</a:t>
                  </a:r>
                  <a:r>
                    <a:rPr lang="zh-CN" sz="1400" b="0" dirty="0">
                      <a:solidFill>
                        <a:schemeClr val="tx1"/>
                      </a:solidFill>
                    </a:rPr>
                    <a:t>偏好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生成</a:t>
                  </a:r>
                  <a:r>
                    <a:rPr lang="zh-CN" sz="1400" b="0" dirty="0">
                      <a:solidFill>
                        <a:schemeClr val="tx1"/>
                      </a:solidFill>
                    </a:rPr>
                    <a:t>、筛选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四</a:t>
                  </a:r>
                  <a:r>
                    <a:rPr lang="zh-CN" sz="1400" b="0" dirty="0">
                      <a:solidFill>
                        <a:schemeClr val="tx1"/>
                      </a:solidFill>
                    </a:rPr>
                    <a:t>大步骤，各</a:t>
                  </a:r>
                  <a:r>
                    <a:rPr lang="en-US" altLang="zh-CN" sz="1400" b="0" dirty="0">
                      <a:solidFill>
                        <a:schemeClr val="tx1"/>
                      </a:solidFill>
                    </a:rPr>
                    <a:t>Tool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调用由</a:t>
                  </a:r>
                  <a:r>
                    <a:rPr lang="en-US" altLang="zh-CN" sz="1400" b="0" dirty="0" err="1">
                      <a:solidFill>
                        <a:schemeClr val="tx1"/>
                      </a:solidFill>
                    </a:rPr>
                    <a:t>ToolCallingAgent</a:t>
                  </a:r>
                  <a:r>
                    <a:rPr lang="zh-CN" altLang="en-US" sz="1400" b="0" dirty="0">
                      <a:solidFill>
                        <a:schemeClr val="tx1"/>
                      </a:solidFill>
                    </a:rPr>
                    <a:t>自动计划和调用</a:t>
                  </a:r>
                  <a:r>
                    <a:rPr lang="zh-CN" sz="1400" b="0" dirty="0">
                      <a:solidFill>
                        <a:schemeClr val="tx1"/>
                      </a:solidFill>
                    </a:rPr>
                    <a:t>。</a:t>
                  </a:r>
                  <a:endParaRPr dirty="0"/>
                </a:p>
              </p:txBody>
            </p:sp>
          </p:grpSp>
        </p:grpSp>
      </p:grpSp>
      <p:sp>
        <p:nvSpPr>
          <p:cNvPr id="93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工具链组合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1e7e21e9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组合 141" descr="{&quot;isTemplate&quot;:true,&quot;type&quot;:&quot;list&quot;,&quot;alignment&quot;:&quot;left&quot;,&quot;alignmentVertical&quot;:&quot;top&quot;,&quot;canOmit&quot;:false,&quot;scalable&quot;:false,&quot;minItemsCount&quot;:-1}"/>
          <p:cNvGrpSpPr/>
          <p:nvPr/>
        </p:nvGrpSpPr>
        <p:grpSpPr>
          <a:xfrm>
            <a:off x="606425" y="1352926"/>
            <a:ext cx="5818923" cy="3799350"/>
            <a:chOff x="609600" y="1515600"/>
            <a:chExt cx="8077200" cy="3799350"/>
          </a:xfrm>
        </p:grpSpPr>
        <p:grpSp>
          <p:nvGrpSpPr>
            <p:cNvPr id="143" name="组合 142"/>
            <p:cNvGrpSpPr/>
            <p:nvPr/>
          </p:nvGrpSpPr>
          <p:grpSpPr>
            <a:xfrm>
              <a:off x="609600" y="2387600"/>
              <a:ext cx="2286000" cy="2927350"/>
              <a:chOff x="609600" y="2387600"/>
              <a:chExt cx="2286000" cy="2927350"/>
            </a:xfrm>
          </p:grpSpPr>
          <p:sp>
            <p:nvSpPr>
              <p:cNvPr id="144" name="矩形 143" descr="{&quot;isTemplate&quot;:true,&quot;type&quot;:&quot;title&quot;,&quot;canOmit&quot;:false}"/>
              <p:cNvSpPr/>
              <p:nvPr/>
            </p:nvSpPr>
            <p:spPr>
              <a:xfrm>
                <a:off x="609600" y="2387600"/>
                <a:ext cx="22860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数据真实性</a:t>
                </a:r>
                <a:endParaRPr lang="zh-CN" altLang="en-US" dirty="0"/>
              </a:p>
            </p:txBody>
          </p:sp>
          <p:sp>
            <p:nvSpPr>
              <p:cNvPr id="145" name="矩形 144" descr="{&quot;isTemplate&quot;:true,&quot;type&quot;:&quot;content&quot;,&quot;canOmit&quot;:false}"/>
              <p:cNvSpPr/>
              <p:nvPr/>
            </p:nvSpPr>
            <p:spPr>
              <a:xfrm>
                <a:off x="609600" y="2876550"/>
                <a:ext cx="2286000" cy="243840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b="0" dirty="0">
                    <a:solidFill>
                      <a:schemeClr val="tx1"/>
                    </a:solidFill>
                  </a:rPr>
                  <a:t>对生成的餐厅名称使用高德地图</a:t>
                </a:r>
                <a:r>
                  <a:rPr lang="en-US" altLang="zh-CN" sz="1400" b="0" dirty="0">
                    <a:solidFill>
                      <a:schemeClr val="tx1"/>
                    </a:solidFill>
                  </a:rPr>
                  <a:t>API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进行搜索。</a:t>
                </a:r>
                <a:endParaRPr lang="en-US" altLang="zh-CN" sz="1400" b="0" dirty="0">
                  <a:solidFill>
                    <a:schemeClr val="tx1"/>
                  </a:solidFill>
                </a:endParaRPr>
              </a:p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1400" b="0" dirty="0">
                    <a:solidFill>
                      <a:schemeClr val="tx1"/>
                    </a:solidFill>
                  </a:rPr>
                  <a:t>100%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的餐厅均真实存在且位于目标</a:t>
                </a:r>
                <a:r>
                  <a:rPr lang="en-US" altLang="zh-CN" sz="1400" b="0" dirty="0">
                    <a:solidFill>
                      <a:schemeClr val="tx1"/>
                    </a:solidFill>
                  </a:rPr>
                  <a:t>1km</a:t>
                </a:r>
                <a:r>
                  <a:rPr lang="zh-CN" altLang="en-US" sz="1400" dirty="0"/>
                  <a:t>内。</a:t>
                </a:r>
                <a:endParaRPr dirty="0"/>
              </a:p>
            </p:txBody>
          </p:sp>
        </p:grpSp>
        <p:grpSp>
          <p:nvGrpSpPr>
            <p:cNvPr id="146" name="组合 145"/>
            <p:cNvGrpSpPr/>
            <p:nvPr/>
          </p:nvGrpSpPr>
          <p:grpSpPr>
            <a:xfrm>
              <a:off x="3505200" y="2387600"/>
              <a:ext cx="2286000" cy="2927350"/>
              <a:chOff x="3505200" y="2387600"/>
              <a:chExt cx="2286000" cy="2927350"/>
            </a:xfrm>
          </p:grpSpPr>
          <p:sp>
            <p:nvSpPr>
              <p:cNvPr id="147" name="矩形 146" descr="{&quot;isTemplate&quot;:true,&quot;type&quot;:&quot;title&quot;,&quot;canOmit&quot;:false}"/>
              <p:cNvSpPr/>
              <p:nvPr/>
            </p:nvSpPr>
            <p:spPr>
              <a:xfrm>
                <a:off x="3505200" y="2387600"/>
                <a:ext cx="22860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餐厅质量</a:t>
                </a:r>
                <a:endParaRPr dirty="0"/>
              </a:p>
            </p:txBody>
          </p:sp>
          <p:sp>
            <p:nvSpPr>
              <p:cNvPr id="148" name="矩形 147" descr="{&quot;isTemplate&quot;:true,&quot;type&quot;:&quot;content&quot;,&quot;canOmit&quot;:false}"/>
              <p:cNvSpPr/>
              <p:nvPr/>
            </p:nvSpPr>
            <p:spPr>
              <a:xfrm>
                <a:off x="3505200" y="2876550"/>
                <a:ext cx="2286000" cy="243840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dirty="0"/>
                  <a:t>使用高德地图评分作为餐厅质量衡量指标。</a:t>
                </a:r>
                <a:endParaRPr lang="en-US" altLang="zh-CN" sz="1400" dirty="0"/>
              </a:p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dirty="0"/>
                  <a:t>平均分为</a:t>
                </a:r>
                <a:r>
                  <a:rPr lang="en-US" altLang="zh-CN" sz="1400" dirty="0"/>
                  <a:t>4.537</a:t>
                </a:r>
                <a:endParaRPr dirty="0"/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6400800" y="2387600"/>
              <a:ext cx="2286000" cy="2927350"/>
              <a:chOff x="6400800" y="2387600"/>
              <a:chExt cx="2286000" cy="2927350"/>
            </a:xfrm>
          </p:grpSpPr>
          <p:sp>
            <p:nvSpPr>
              <p:cNvPr id="150" name="矩形 149" descr="{&quot;isTemplate&quot;:true,&quot;type&quot;:&quot;title&quot;,&quot;canOmit&quot;:false}"/>
              <p:cNvSpPr/>
              <p:nvPr/>
            </p:nvSpPr>
            <p:spPr>
              <a:xfrm>
                <a:off x="6400800" y="2387600"/>
                <a:ext cx="22860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样例分析</a:t>
                </a:r>
                <a:endParaRPr dirty="0"/>
              </a:p>
            </p:txBody>
          </p:sp>
          <p:sp>
            <p:nvSpPr>
              <p:cNvPr id="151" name="矩形 150" descr="{&quot;isTemplate&quot;:true,&quot;type&quot;:&quot;content&quot;,&quot;canOmit&quot;:false}"/>
              <p:cNvSpPr/>
              <p:nvPr/>
            </p:nvSpPr>
            <p:spPr>
              <a:xfrm>
                <a:off x="6400800" y="2876550"/>
                <a:ext cx="2286000" cy="243840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endParaRPr dirty="0"/>
              </a:p>
            </p:txBody>
          </p:sp>
        </p:grpSp>
        <p:sp>
          <p:nvSpPr>
            <p:cNvPr id="153" name="矩形 152" descr="{&quot;isTemplate&quot;:true,&quot;type&quot;:&quot;title&quot;,&quot;canOmit&quot;:false}"/>
            <p:cNvSpPr/>
            <p:nvPr/>
          </p:nvSpPr>
          <p:spPr>
            <a:xfrm>
              <a:off x="609600" y="1515600"/>
              <a:ext cx="2286000" cy="488950"/>
            </a:xfrm>
            <a:prstGeom prst="rect">
              <a:avLst/>
            </a:prstGeom>
            <a:noFill/>
            <a:ln/>
          </p:spPr>
          <p:txBody>
            <a:bodyPr vert="horz" wrap="square" lIns="90043" tIns="46863" rIns="90043" bIns="46863" anchor="t">
              <a:noAutofit/>
            </a:bodyPr>
            <a:lstStyle/>
            <a:p>
              <a:pPr marL="0" indent="0" algn="l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Font typeface="Arial" panose="020B0604020202020204" pitchFamily="34" charset="0"/>
                <a:buNone/>
                <a:defRPr sz="2400" b="0" spc="0">
                  <a:solidFill>
                    <a:srgbClr val="000000">
                      <a:alpha val="100000"/>
                    </a:srgbClr>
                  </a:solidFill>
                </a:defRPr>
              </a:pPr>
              <a:r>
                <a:rPr lang="zh-CN" sz="2000" b="1" dirty="0">
                  <a:solidFill>
                    <a:schemeClr val="tx1"/>
                  </a:solidFill>
                </a:rPr>
                <a:t>数据规模控制</a:t>
              </a:r>
              <a:endParaRPr dirty="0"/>
            </a:p>
          </p:txBody>
        </p:sp>
      </p:grpSp>
      <p:sp>
        <p:nvSpPr>
          <p:cNvPr id="155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数据质量</a:t>
            </a:r>
            <a:r>
              <a:rPr lang="zh-CN" altLang="en-US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分析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87DB9F-93F1-5ECB-E069-78751B2A6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724"/>
          <a:stretch>
            <a:fillRect/>
          </a:stretch>
        </p:blipFill>
        <p:spPr>
          <a:xfrm>
            <a:off x="4778483" y="2808066"/>
            <a:ext cx="6846816" cy="14202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session&quot;,&quot;originSlideId&quot;:&quot;uhbx27kx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图形" descr="{&quot;isTemplate&quot;:true,&quot;type&quot;:&quot;serialNumber&quot;}"/>
          <p:cNvSpPr txBox="1"/>
          <p:nvPr/>
        </p:nvSpPr>
        <p:spPr>
          <a:xfrm flipH="1">
            <a:off x="5100955" y="879948"/>
            <a:ext cx="2515235" cy="26201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800" b="1" dirty="0">
                <a:gradFill>
                  <a:gsLst>
                    <a:gs pos="0">
                      <a:srgbClr val="FFFF00"/>
                    </a:gs>
                    <a:gs pos="100000">
                      <a:srgbClr val="4DA2FF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63500" sx="102000" sy="102000" algn="ctr">
                    <a:srgbClr val="ECCC48">
                      <a:alpha val="40000"/>
                    </a:srgbClr>
                  </a:outerShdw>
                </a:effectLst>
                <a:latin typeface="微软雅黑"/>
                <a:ea typeface="微软雅黑"/>
              </a:rPr>
              <a:t>04</a:t>
            </a:r>
            <a:endParaRPr dirty="0"/>
          </a:p>
        </p:txBody>
      </p:sp>
      <p:sp>
        <p:nvSpPr>
          <p:cNvPr id="158" name="图形" descr="{&quot;isTemplate&quot;:true,&quot;type&quot;:&quot;title&quot;,&quot;canOmit&quot;:false}"/>
          <p:cNvSpPr txBox="1"/>
          <p:nvPr/>
        </p:nvSpPr>
        <p:spPr>
          <a:xfrm flipH="1">
            <a:off x="2559510" y="3286587"/>
            <a:ext cx="7371080" cy="8826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ct val="1"/>
              </a:spcBef>
              <a:buNone/>
            </a:pPr>
            <a:r>
              <a:rPr lang="zh-CN" sz="4000">
                <a:solidFill>
                  <a:schemeClr val="bg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模型微调与训练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81dd96d4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任意多边形: 形状 12"/>
          <p:cNvSpPr/>
          <p:nvPr/>
        </p:nvSpPr>
        <p:spPr>
          <a:xfrm>
            <a:off x="5806319" y="1231900"/>
            <a:ext cx="2856290" cy="5003800"/>
          </a:xfrm>
          <a:custGeom>
            <a:avLst/>
            <a:gdLst>
              <a:gd name="connsiteX0" fmla="*/ 0 w 3816168"/>
              <a:gd name="connsiteY0" fmla="*/ 0 h 6863564"/>
              <a:gd name="connsiteX1" fmla="*/ 3018609 w 3816168"/>
              <a:gd name="connsiteY1" fmla="*/ 5658757 h 6863564"/>
              <a:gd name="connsiteX2" fmla="*/ 2074454 w 3816168"/>
              <a:gd name="connsiteY2" fmla="*/ 6863564 h 6863564"/>
              <a:gd name="connsiteX3" fmla="*/ 3107993 w 3816168"/>
              <a:gd name="connsiteY3" fmla="*/ 6863564 h 6863564"/>
              <a:gd name="connsiteX4" fmla="*/ 3816169 w 3816168"/>
              <a:gd name="connsiteY4" fmla="*/ 5687423 h 686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6168" h="6863564">
                <a:moveTo>
                  <a:pt x="0" y="0"/>
                </a:moveTo>
                <a:lnTo>
                  <a:pt x="3018609" y="5658757"/>
                </a:lnTo>
                <a:lnTo>
                  <a:pt x="2074454" y="6863564"/>
                </a:lnTo>
                <a:lnTo>
                  <a:pt x="3107993" y="6863564"/>
                </a:lnTo>
                <a:lnTo>
                  <a:pt x="3816169" y="5687423"/>
                </a:lnTo>
                <a:close/>
              </a:path>
            </a:pathLst>
          </a:custGeom>
          <a:solidFill>
            <a:schemeClr val="accent1"/>
          </a:solidFill>
          <a:ln w="12084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zh-CN" altLang="en-US"/>
          </a:p>
        </p:txBody>
      </p:sp>
      <p:grpSp>
        <p:nvGrpSpPr>
          <p:cNvPr id="162" name="组合 161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4885569" cy="3561029"/>
            <a:chOff x="666750" y="1231900"/>
            <a:chExt cx="4885569" cy="3807565"/>
          </a:xfrm>
        </p:grpSpPr>
        <p:grpSp>
          <p:nvGrpSpPr>
            <p:cNvPr id="163" name="组合 162"/>
            <p:cNvGrpSpPr/>
            <p:nvPr/>
          </p:nvGrpSpPr>
          <p:grpSpPr>
            <a:xfrm>
              <a:off x="666750" y="1231900"/>
              <a:ext cx="2315784" cy="2374900"/>
              <a:chOff x="819150" y="1197264"/>
              <a:chExt cx="2315784" cy="2374900"/>
            </a:xfrm>
          </p:grpSpPr>
          <p:sp>
            <p:nvSpPr>
              <p:cNvPr id="164" name="矩形 163" descr="{&quot;isTemplate&quot;:true,&quot;type&quot;:&quot;title&quot;,&quot;canOmit&quot;:false}"/>
              <p:cNvSpPr/>
              <p:nvPr/>
            </p:nvSpPr>
            <p:spPr>
              <a:xfrm>
                <a:off x="819150" y="1197264"/>
                <a:ext cx="2315784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使用</a:t>
                </a:r>
                <a:r>
                  <a:rPr lang="en-US" altLang="zh-CN" sz="2000" b="1" dirty="0" err="1">
                    <a:solidFill>
                      <a:schemeClr val="tx1">
                        <a:alpha val="100000"/>
                      </a:schemeClr>
                    </a:solidFill>
                  </a:rPr>
                  <a:t>LoRA</a:t>
                </a:r>
                <a:endParaRPr dirty="0"/>
              </a:p>
            </p:txBody>
          </p:sp>
          <p:sp>
            <p:nvSpPr>
              <p:cNvPr id="165" name="矩形 164" descr="{&quot;isTemplate&quot;:true,&quot;type&quot;:&quot;content&quot;,&quot;canOmit&quot;:true}"/>
              <p:cNvSpPr/>
              <p:nvPr/>
            </p:nvSpPr>
            <p:spPr>
              <a:xfrm>
                <a:off x="819150" y="1720850"/>
                <a:ext cx="2315784" cy="185131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LoRA方法通过低秩矩阵分解大幅减少计算量。</a:t>
                </a:r>
                <a:endParaRPr dirty="0"/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911514" y="1651578"/>
                <a:ext cx="1009522" cy="6927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666750" y="2664565"/>
              <a:ext cx="2315784" cy="2374900"/>
              <a:chOff x="911514" y="2433211"/>
              <a:chExt cx="2315784" cy="2374900"/>
            </a:xfrm>
          </p:grpSpPr>
          <p:sp>
            <p:nvSpPr>
              <p:cNvPr id="168" name="矩形 167" descr="{&quot;isTemplate&quot;:true,&quot;type&quot;:&quot;title&quot;,&quot;canOmit&quot;:false}"/>
              <p:cNvSpPr/>
              <p:nvPr/>
            </p:nvSpPr>
            <p:spPr>
              <a:xfrm>
                <a:off x="911514" y="2433211"/>
                <a:ext cx="2315784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数据集</a:t>
                </a:r>
                <a:endParaRPr dirty="0"/>
              </a:p>
            </p:txBody>
          </p:sp>
          <p:sp>
            <p:nvSpPr>
              <p:cNvPr id="169" name="矩形 168" descr="{&quot;isTemplate&quot;:true,&quot;type&quot;:&quot;content&quot;,&quot;canOmit&quot;:true}"/>
              <p:cNvSpPr/>
              <p:nvPr/>
            </p:nvSpPr>
            <p:spPr>
              <a:xfrm>
                <a:off x="911514" y="2956797"/>
                <a:ext cx="2315784" cy="185131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将</a:t>
                </a:r>
                <a:r>
                  <a:rPr lang="en-US" altLang="zh-CN" sz="1400" dirty="0">
                    <a:solidFill>
                      <a:schemeClr val="tx1">
                        <a:alpha val="100000"/>
                      </a:schemeClr>
                    </a:solidFill>
                  </a:rPr>
                  <a:t>agent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的输出结构化成</a:t>
                </a:r>
                <a:r>
                  <a:rPr lang="en-US" altLang="zh-CN" sz="1400" dirty="0" err="1">
                    <a:solidFill>
                      <a:schemeClr val="tx1">
                        <a:alpha val="100000"/>
                      </a:schemeClr>
                    </a:solidFill>
                  </a:rPr>
                  <a:t>json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格式，每条数据包含</a:t>
                </a:r>
                <a:r>
                  <a:rPr lang="en-US" altLang="zh-CN" sz="1400" dirty="0">
                    <a:solidFill>
                      <a:schemeClr val="tx1">
                        <a:alpha val="100000"/>
                      </a:schemeClr>
                    </a:solidFill>
                  </a:rPr>
                  <a:t>Instruction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、</a:t>
                </a:r>
                <a:r>
                  <a:rPr lang="en-US" altLang="zh-CN" sz="1400" dirty="0">
                    <a:solidFill>
                      <a:schemeClr val="tx1">
                        <a:alpha val="100000"/>
                      </a:schemeClr>
                    </a:solidFill>
                  </a:rPr>
                  <a:t>Question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和</a:t>
                </a:r>
                <a:r>
                  <a:rPr lang="en-US" altLang="zh-CN" sz="1400" dirty="0">
                    <a:solidFill>
                      <a:schemeClr val="tx1">
                        <a:alpha val="100000"/>
                      </a:schemeClr>
                    </a:solidFill>
                  </a:rPr>
                  <a:t>Answer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。共</a:t>
                </a:r>
                <a:r>
                  <a:rPr lang="en-US" altLang="zh-CN" sz="1400" dirty="0">
                    <a:solidFill>
                      <a:schemeClr val="tx1">
                        <a:alpha val="100000"/>
                      </a:schemeClr>
                    </a:solidFill>
                  </a:rPr>
                  <a:t>1700</a:t>
                </a:r>
                <a:r>
                  <a:rPr lang="zh-CN" altLang="en-US" sz="1400" dirty="0">
                    <a:solidFill>
                      <a:schemeClr val="tx1">
                        <a:alpha val="100000"/>
                      </a:schemeClr>
                    </a:solidFill>
                  </a:rPr>
                  <a:t>条数据。</a:t>
                </a:r>
                <a:endParaRPr dirty="0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1003878" y="2887525"/>
                <a:ext cx="1009522" cy="6927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3236535" y="1231900"/>
              <a:ext cx="2315784" cy="2374900"/>
              <a:chOff x="819150" y="1197264"/>
              <a:chExt cx="2315784" cy="2374900"/>
            </a:xfrm>
          </p:grpSpPr>
          <p:sp>
            <p:nvSpPr>
              <p:cNvPr id="172" name="矩形 171" descr="{&quot;isTemplate&quot;:true,&quot;type&quot;:&quot;title&quot;,&quot;canOmit&quot;:false}"/>
              <p:cNvSpPr/>
              <p:nvPr/>
            </p:nvSpPr>
            <p:spPr>
              <a:xfrm>
                <a:off x="819150" y="1197264"/>
                <a:ext cx="2315784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本地训练</a:t>
                </a:r>
                <a:endParaRPr dirty="0"/>
              </a:p>
            </p:txBody>
          </p:sp>
          <p:sp>
            <p:nvSpPr>
              <p:cNvPr id="173" name="矩形 172" descr="{&quot;isTemplate&quot;:true,&quot;type&quot;:&quot;content&quot;,&quot;canOmit&quot;:true}"/>
              <p:cNvSpPr/>
              <p:nvPr/>
            </p:nvSpPr>
            <p:spPr>
              <a:xfrm>
                <a:off x="819150" y="1720850"/>
                <a:ext cx="2315784" cy="185131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b="0" dirty="0">
                    <a:solidFill>
                      <a:schemeClr val="tx1">
                        <a:alpha val="100000"/>
                      </a:schemeClr>
                    </a:solidFill>
                  </a:rPr>
                  <a:t>使用笔记本自有的</a:t>
                </a:r>
                <a:r>
                  <a:rPr lang="en-US" alt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5060</a:t>
                </a:r>
                <a:r>
                  <a:rPr lang="zh-CN" altLang="en-US" sz="1400" b="0" dirty="0">
                    <a:solidFill>
                      <a:schemeClr val="tx1">
                        <a:alpha val="100000"/>
                      </a:schemeClr>
                    </a:solidFill>
                  </a:rPr>
                  <a:t>显卡进行微调</a:t>
                </a: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。</a:t>
                </a:r>
                <a:endParaRPr dirty="0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911514" y="1651578"/>
                <a:ext cx="1009522" cy="6927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3236535" y="2664565"/>
              <a:ext cx="2315784" cy="2374900"/>
              <a:chOff x="911514" y="2433211"/>
              <a:chExt cx="2315784" cy="2374900"/>
            </a:xfrm>
          </p:grpSpPr>
          <p:sp>
            <p:nvSpPr>
              <p:cNvPr id="176" name="矩形 175" descr="{&quot;isTemplate&quot;:true,&quot;type&quot;:&quot;title&quot;,&quot;canOmit&quot;:false}"/>
              <p:cNvSpPr/>
              <p:nvPr/>
            </p:nvSpPr>
            <p:spPr>
              <a:xfrm>
                <a:off x="911514" y="2433211"/>
                <a:ext cx="2315784" cy="488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en-US" altLang="zh-CN" sz="2000" b="1" dirty="0" err="1">
                    <a:solidFill>
                      <a:schemeClr val="tx1">
                        <a:alpha val="100000"/>
                      </a:schemeClr>
                    </a:solidFill>
                  </a:rPr>
                  <a:t>Swanlab</a:t>
                </a:r>
                <a:r>
                  <a:rPr lang="zh-CN" altLang="en-US" sz="2000" b="1" dirty="0">
                    <a:solidFill>
                      <a:schemeClr val="tx1">
                        <a:alpha val="100000"/>
                      </a:schemeClr>
                    </a:solidFill>
                  </a:rPr>
                  <a:t>跟踪记录</a:t>
                </a:r>
                <a:endParaRPr dirty="0"/>
              </a:p>
            </p:txBody>
          </p:sp>
          <p:sp>
            <p:nvSpPr>
              <p:cNvPr id="177" name="矩形 176" descr="{&quot;isTemplate&quot;:true,&quot;type&quot;:&quot;content&quot;,&quot;canOmit&quot;:true}"/>
              <p:cNvSpPr/>
              <p:nvPr/>
            </p:nvSpPr>
            <p:spPr>
              <a:xfrm>
                <a:off x="911514" y="2956797"/>
                <a:ext cx="2315784" cy="185131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0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altLang="en-US" sz="1400" b="0" dirty="0">
                    <a:solidFill>
                      <a:schemeClr val="tx1">
                        <a:alpha val="100000"/>
                      </a:schemeClr>
                    </a:solidFill>
                  </a:rPr>
                  <a:t>使用</a:t>
                </a:r>
                <a:r>
                  <a:rPr lang="en-US" altLang="zh-CN" sz="1400" b="0" dirty="0" err="1">
                    <a:solidFill>
                      <a:schemeClr val="tx1">
                        <a:alpha val="100000"/>
                      </a:schemeClr>
                    </a:solidFill>
                  </a:rPr>
                  <a:t>Swanlab</a:t>
                </a:r>
                <a:r>
                  <a:rPr lang="zh-CN" altLang="en-US" sz="1400" b="0" dirty="0">
                    <a:solidFill>
                      <a:schemeClr val="tx1">
                        <a:alpha val="100000"/>
                      </a:schemeClr>
                    </a:solidFill>
                  </a:rPr>
                  <a:t>跟踪训练过程，记录关键数据</a:t>
                </a:r>
                <a:r>
                  <a:rPr lang="zh-CN" sz="1400" b="0" dirty="0">
                    <a:solidFill>
                      <a:schemeClr val="tx1">
                        <a:alpha val="100000"/>
                      </a:schemeClr>
                    </a:solidFill>
                  </a:rPr>
                  <a:t>。</a:t>
                </a:r>
                <a:endParaRPr dirty="0"/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1003878" y="2887525"/>
                <a:ext cx="1009522" cy="6927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79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微调技术方案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4f87001f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训练</a:t>
            </a:r>
            <a:r>
              <a:rPr lang="zh-CN" altLang="en-US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过程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DCFB25-345E-3FE1-DD80-D1B2CB9CE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4" y="1147332"/>
            <a:ext cx="6548206" cy="33052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E40791-07C6-6670-19A3-08313649F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597" y="4641199"/>
            <a:ext cx="7324354" cy="16920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session&quot;,&quot;originSlideId&quot;:&quot;uhbx27kx&quot;}">
          <a:extLst>
            <a:ext uri="{FF2B5EF4-FFF2-40B4-BE49-F238E27FC236}">
              <a16:creationId xmlns:a16="http://schemas.microsoft.com/office/drawing/2014/main" id="{E434B365-E273-3077-CBF7-F3D49928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图形" descr="{&quot;isTemplate&quot;:true,&quot;type&quot;:&quot;serialNumber&quot;}">
            <a:extLst>
              <a:ext uri="{FF2B5EF4-FFF2-40B4-BE49-F238E27FC236}">
                <a16:creationId xmlns:a16="http://schemas.microsoft.com/office/drawing/2014/main" id="{4866E1E2-B580-655E-597E-38C603E3AD81}"/>
              </a:ext>
            </a:extLst>
          </p:cNvPr>
          <p:cNvSpPr txBox="1"/>
          <p:nvPr/>
        </p:nvSpPr>
        <p:spPr>
          <a:xfrm flipH="1">
            <a:off x="5100955" y="879948"/>
            <a:ext cx="2515235" cy="26201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800" b="1" dirty="0">
                <a:gradFill>
                  <a:gsLst>
                    <a:gs pos="0">
                      <a:srgbClr val="FFFF00"/>
                    </a:gs>
                    <a:gs pos="100000">
                      <a:srgbClr val="4DA2FF">
                        <a:alpha val="0"/>
                      </a:srgbClr>
                    </a:gs>
                  </a:gsLst>
                  <a:lin ang="5400000" scaled="0"/>
                </a:gradFill>
                <a:effectLst>
                  <a:outerShdw blurRad="63500" sx="102000" sy="102000" algn="ctr">
                    <a:srgbClr val="ECCC48">
                      <a:alpha val="40000"/>
                    </a:srgbClr>
                  </a:outerShdw>
                </a:effectLst>
                <a:latin typeface="微软雅黑"/>
                <a:ea typeface="微软雅黑"/>
              </a:rPr>
              <a:t>05</a:t>
            </a:r>
            <a:endParaRPr dirty="0"/>
          </a:p>
        </p:txBody>
      </p:sp>
      <p:sp>
        <p:nvSpPr>
          <p:cNvPr id="158" name="图形" descr="{&quot;isTemplate&quot;:true,&quot;type&quot;:&quot;title&quot;,&quot;canOmit&quot;:false}">
            <a:extLst>
              <a:ext uri="{FF2B5EF4-FFF2-40B4-BE49-F238E27FC236}">
                <a16:creationId xmlns:a16="http://schemas.microsoft.com/office/drawing/2014/main" id="{7C25E993-BE92-9ACE-2C63-C233A5FAC665}"/>
              </a:ext>
            </a:extLst>
          </p:cNvPr>
          <p:cNvSpPr txBox="1"/>
          <p:nvPr/>
        </p:nvSpPr>
        <p:spPr>
          <a:xfrm flipH="1">
            <a:off x="2559510" y="3286587"/>
            <a:ext cx="7371080" cy="8250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ctr">
              <a:lnSpc>
                <a:spcPct val="130000"/>
              </a:lnSpc>
              <a:spcBef>
                <a:spcPct val="1"/>
              </a:spcBef>
              <a:buNone/>
            </a:pPr>
            <a:r>
              <a:rPr lang="zh-CN" altLang="en-US" sz="4000" dirty="0">
                <a:solidFill>
                  <a:schemeClr val="bg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总结与展望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3951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305fc747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组合 532"/>
          <p:cNvGrpSpPr/>
          <p:nvPr/>
        </p:nvGrpSpPr>
        <p:grpSpPr>
          <a:xfrm>
            <a:off x="4238989" y="1705787"/>
            <a:ext cx="3707673" cy="4056026"/>
            <a:chOff x="3882281" y="857643"/>
            <a:chExt cx="4479430" cy="4900293"/>
          </a:xfrm>
        </p:grpSpPr>
        <p:sp>
          <p:nvSpPr>
            <p:cNvPr id="534" name="矩形 13"/>
            <p:cNvSpPr/>
            <p:nvPr/>
          </p:nvSpPr>
          <p:spPr>
            <a:xfrm rot="19800000">
              <a:off x="6168756" y="1341968"/>
              <a:ext cx="894021" cy="1410675"/>
            </a:xfrm>
            <a:custGeom>
              <a:avLst/>
              <a:gdLst/>
              <a:ahLst/>
              <a:cxnLst/>
              <a:rect l="l" t="t" r="r" b="b"/>
              <a:pathLst>
                <a:path w="894021" h="1410675">
                  <a:moveTo>
                    <a:pt x="0" y="2714"/>
                  </a:moveTo>
                  <a:cubicBezTo>
                    <a:pt x="281104" y="13874"/>
                    <a:pt x="639367" y="-43384"/>
                    <a:pt x="779013" y="93213"/>
                  </a:cubicBezTo>
                  <a:cubicBezTo>
                    <a:pt x="906258" y="146474"/>
                    <a:pt x="883879" y="948050"/>
                    <a:pt x="894021" y="1410675"/>
                  </a:cubicBezTo>
                  <a:lnTo>
                    <a:pt x="0" y="1410675"/>
                  </a:lnTo>
                  <a:lnTo>
                    <a:pt x="0" y="2714"/>
                  </a:ln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 w="12700">
              <a:noFill/>
              <a:prstDash val="solid"/>
              <a:miter lim="800000"/>
            </a:ln>
            <a:effectLst/>
          </p:spPr>
          <p:txBody>
            <a:bodyPr lIns="91440" tIns="45720" rIns="91440" bIns="45720" anchor="ctr"/>
            <a:lstStyle/>
            <a:p>
              <a:pPr algn="ctr">
                <a:lnSpc>
                  <a:spcPct val="130000"/>
                </a:lnSpc>
              </a:pPr>
              <a:endParaRPr lang="zh-CN" sz="2400">
                <a:solidFill>
                  <a:schemeClr val="lt1">
                    <a:alpha val="100000"/>
                  </a:schemeClr>
                </a:solidFill>
              </a:endParaRPr>
            </a:p>
          </p:txBody>
        </p:sp>
        <p:sp>
          <p:nvSpPr>
            <p:cNvPr id="535" name="矩形 13"/>
            <p:cNvSpPr/>
            <p:nvPr/>
          </p:nvSpPr>
          <p:spPr>
            <a:xfrm rot="5415679">
              <a:off x="6743777" y="4167428"/>
              <a:ext cx="894021" cy="1410675"/>
            </a:xfrm>
            <a:custGeom>
              <a:avLst/>
              <a:gdLst/>
              <a:ahLst/>
              <a:cxnLst/>
              <a:rect l="l" t="t" r="r" b="b"/>
              <a:pathLst>
                <a:path w="894021" h="1410675">
                  <a:moveTo>
                    <a:pt x="0" y="2714"/>
                  </a:moveTo>
                  <a:cubicBezTo>
                    <a:pt x="281104" y="13874"/>
                    <a:pt x="639367" y="-43384"/>
                    <a:pt x="779013" y="93213"/>
                  </a:cubicBezTo>
                  <a:cubicBezTo>
                    <a:pt x="906258" y="146474"/>
                    <a:pt x="883879" y="948050"/>
                    <a:pt x="894021" y="1410675"/>
                  </a:cubicBezTo>
                  <a:lnTo>
                    <a:pt x="0" y="1410675"/>
                  </a:lnTo>
                  <a:lnTo>
                    <a:pt x="0" y="2714"/>
                  </a:ln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 w="12700">
              <a:noFill/>
              <a:prstDash val="solid"/>
              <a:miter lim="800000"/>
            </a:ln>
            <a:effectLst/>
          </p:spPr>
          <p:txBody>
            <a:bodyPr lIns="91440" tIns="45720" rIns="91440" bIns="45720" anchor="ctr"/>
            <a:lstStyle/>
            <a:p>
              <a:pPr algn="ctr">
                <a:lnSpc>
                  <a:spcPct val="130000"/>
                </a:lnSpc>
              </a:pPr>
              <a:endParaRPr lang="zh-CN" sz="2400">
                <a:solidFill>
                  <a:schemeClr val="lt1">
                    <a:alpha val="100000"/>
                  </a:schemeClr>
                </a:solidFill>
              </a:endParaRPr>
            </a:p>
          </p:txBody>
        </p:sp>
        <p:sp>
          <p:nvSpPr>
            <p:cNvPr id="536" name="任意多边形 79"/>
            <p:cNvSpPr/>
            <p:nvPr/>
          </p:nvSpPr>
          <p:spPr>
            <a:xfrm rot="9015679">
              <a:off x="6555592" y="1898845"/>
              <a:ext cx="1806119" cy="3267874"/>
            </a:xfrm>
            <a:custGeom>
              <a:avLst/>
              <a:gdLst/>
              <a:ahLst/>
              <a:cxnLst/>
              <a:rect l="l" t="t" r="r" b="b"/>
              <a:pathLst>
                <a:path w="1806119" h="3267874">
                  <a:moveTo>
                    <a:pt x="0" y="2364859"/>
                  </a:moveTo>
                  <a:lnTo>
                    <a:pt x="451530" y="2364859"/>
                  </a:lnTo>
                  <a:lnTo>
                    <a:pt x="451530" y="591850"/>
                  </a:lnTo>
                  <a:lnTo>
                    <a:pt x="447719" y="589945"/>
                  </a:lnTo>
                  <a:lnTo>
                    <a:pt x="451530" y="588675"/>
                  </a:lnTo>
                  <a:lnTo>
                    <a:pt x="451530" y="586769"/>
                  </a:lnTo>
                  <a:lnTo>
                    <a:pt x="452800" y="586769"/>
                  </a:lnTo>
                  <a:cubicBezTo>
                    <a:pt x="452165" y="578514"/>
                    <a:pt x="450895" y="555653"/>
                    <a:pt x="450895" y="551208"/>
                  </a:cubicBezTo>
                  <a:cubicBezTo>
                    <a:pt x="452800" y="436267"/>
                    <a:pt x="487728" y="370859"/>
                    <a:pt x="1097389" y="146692"/>
                  </a:cubicBezTo>
                  <a:cubicBezTo>
                    <a:pt x="1225671" y="95255"/>
                    <a:pt x="1387613" y="29211"/>
                    <a:pt x="1458740" y="0"/>
                  </a:cubicBezTo>
                  <a:cubicBezTo>
                    <a:pt x="1360305" y="88269"/>
                    <a:pt x="1353954" y="157488"/>
                    <a:pt x="1353954" y="196225"/>
                  </a:cubicBezTo>
                  <a:cubicBezTo>
                    <a:pt x="1353954" y="203210"/>
                    <a:pt x="1354589" y="212736"/>
                    <a:pt x="1354589" y="214006"/>
                  </a:cubicBezTo>
                  <a:lnTo>
                    <a:pt x="1354589" y="217181"/>
                  </a:lnTo>
                  <a:lnTo>
                    <a:pt x="1354589" y="219721"/>
                  </a:lnTo>
                  <a:lnTo>
                    <a:pt x="1354589" y="222261"/>
                  </a:lnTo>
                  <a:lnTo>
                    <a:pt x="1354589" y="224801"/>
                  </a:lnTo>
                  <a:cubicBezTo>
                    <a:pt x="1355224" y="233057"/>
                    <a:pt x="1353954" y="243852"/>
                    <a:pt x="1353319" y="246392"/>
                  </a:cubicBezTo>
                  <a:lnTo>
                    <a:pt x="1352049" y="247027"/>
                  </a:lnTo>
                  <a:lnTo>
                    <a:pt x="1352684" y="586769"/>
                  </a:lnTo>
                  <a:lnTo>
                    <a:pt x="1354589" y="586769"/>
                  </a:lnTo>
                  <a:lnTo>
                    <a:pt x="1354589" y="2364859"/>
                  </a:lnTo>
                  <a:lnTo>
                    <a:pt x="1806119" y="2364859"/>
                  </a:lnTo>
                  <a:lnTo>
                    <a:pt x="903060" y="3267874"/>
                  </a:lnTo>
                  <a:lnTo>
                    <a:pt x="0" y="2364859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12700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sz="2400">
                <a:solidFill>
                  <a:schemeClr val="lt1">
                    <a:alpha val="100000"/>
                  </a:schemeClr>
                </a:solidFill>
              </a:endParaRPr>
            </a:p>
          </p:txBody>
        </p:sp>
        <p:sp>
          <p:nvSpPr>
            <p:cNvPr id="537" name="矩形 13"/>
            <p:cNvSpPr/>
            <p:nvPr/>
          </p:nvSpPr>
          <p:spPr>
            <a:xfrm rot="12610314">
              <a:off x="4041272" y="3249174"/>
              <a:ext cx="894021" cy="1410675"/>
            </a:xfrm>
            <a:custGeom>
              <a:avLst/>
              <a:gdLst/>
              <a:ahLst/>
              <a:cxnLst/>
              <a:rect l="l" t="t" r="r" b="b"/>
              <a:pathLst>
                <a:path w="894021" h="1410675">
                  <a:moveTo>
                    <a:pt x="0" y="2714"/>
                  </a:moveTo>
                  <a:cubicBezTo>
                    <a:pt x="281104" y="13874"/>
                    <a:pt x="639367" y="-43384"/>
                    <a:pt x="779013" y="93213"/>
                  </a:cubicBezTo>
                  <a:cubicBezTo>
                    <a:pt x="906258" y="146474"/>
                    <a:pt x="883879" y="948050"/>
                    <a:pt x="894021" y="1410675"/>
                  </a:cubicBezTo>
                  <a:lnTo>
                    <a:pt x="0" y="1410675"/>
                  </a:lnTo>
                  <a:lnTo>
                    <a:pt x="0" y="2714"/>
                  </a:ln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 w="12700">
              <a:noFill/>
              <a:prstDash val="solid"/>
              <a:miter lim="800000"/>
            </a:ln>
            <a:effectLst/>
          </p:spPr>
          <p:txBody>
            <a:bodyPr lIns="91440" tIns="45720" rIns="91440" bIns="45720" anchor="ctr"/>
            <a:lstStyle/>
            <a:p>
              <a:pPr algn="ctr">
                <a:lnSpc>
                  <a:spcPct val="130000"/>
                </a:lnSpc>
              </a:pPr>
              <a:endParaRPr lang="zh-CN" sz="2400">
                <a:solidFill>
                  <a:schemeClr val="lt1">
                    <a:alpha val="100000"/>
                  </a:schemeClr>
                </a:solidFill>
              </a:endParaRPr>
            </a:p>
          </p:txBody>
        </p:sp>
        <p:sp>
          <p:nvSpPr>
            <p:cNvPr id="538" name="任意多边形 75"/>
            <p:cNvSpPr/>
            <p:nvPr/>
          </p:nvSpPr>
          <p:spPr>
            <a:xfrm rot="17992130">
              <a:off x="3688322" y="1587882"/>
              <a:ext cx="3266593" cy="1806114"/>
            </a:xfrm>
            <a:custGeom>
              <a:avLst/>
              <a:gdLst/>
              <a:ahLst/>
              <a:cxnLst/>
              <a:rect l="l" t="t" r="r" b="b"/>
              <a:pathLst>
                <a:path w="3266593" h="1806114">
                  <a:moveTo>
                    <a:pt x="2677285" y="455339"/>
                  </a:moveTo>
                  <a:lnTo>
                    <a:pt x="2678555" y="451529"/>
                  </a:lnTo>
                  <a:lnTo>
                    <a:pt x="2680461" y="455339"/>
                  </a:lnTo>
                  <a:lnTo>
                    <a:pt x="2682366" y="455339"/>
                  </a:lnTo>
                  <a:lnTo>
                    <a:pt x="2682366" y="456609"/>
                  </a:lnTo>
                  <a:cubicBezTo>
                    <a:pt x="2689986" y="455974"/>
                    <a:pt x="2713482" y="454704"/>
                    <a:pt x="2717927" y="455339"/>
                  </a:cubicBezTo>
                  <a:cubicBezTo>
                    <a:pt x="2832868" y="457244"/>
                    <a:pt x="2898276" y="492172"/>
                    <a:pt x="3121171" y="1102466"/>
                  </a:cubicBezTo>
                  <a:cubicBezTo>
                    <a:pt x="3172609" y="1231384"/>
                    <a:pt x="3237382" y="1393324"/>
                    <a:pt x="3266593" y="1463816"/>
                  </a:cubicBezTo>
                  <a:cubicBezTo>
                    <a:pt x="3178959" y="1365382"/>
                    <a:pt x="3109106" y="1359031"/>
                    <a:pt x="3070369" y="1359031"/>
                  </a:cubicBezTo>
                  <a:cubicBezTo>
                    <a:pt x="3064019" y="1359031"/>
                    <a:pt x="3054493" y="1359666"/>
                    <a:pt x="3052588" y="1359666"/>
                  </a:cubicBezTo>
                  <a:lnTo>
                    <a:pt x="3050048" y="1359666"/>
                  </a:lnTo>
                  <a:lnTo>
                    <a:pt x="3047508" y="1359666"/>
                  </a:lnTo>
                  <a:lnTo>
                    <a:pt x="3044333" y="1359666"/>
                  </a:lnTo>
                  <a:lnTo>
                    <a:pt x="3041792" y="1359666"/>
                  </a:lnTo>
                  <a:cubicBezTo>
                    <a:pt x="3034172" y="1359666"/>
                    <a:pt x="3023377" y="1359031"/>
                    <a:pt x="3020836" y="1357761"/>
                  </a:cubicBezTo>
                  <a:lnTo>
                    <a:pt x="3020201" y="1357126"/>
                  </a:lnTo>
                  <a:lnTo>
                    <a:pt x="2680461" y="1357126"/>
                  </a:lnTo>
                  <a:lnTo>
                    <a:pt x="2680461" y="1359031"/>
                  </a:lnTo>
                  <a:lnTo>
                    <a:pt x="902377" y="1354586"/>
                  </a:lnTo>
                  <a:lnTo>
                    <a:pt x="901107" y="1806114"/>
                  </a:lnTo>
                  <a:lnTo>
                    <a:pt x="0" y="901152"/>
                  </a:lnTo>
                  <a:lnTo>
                    <a:pt x="904917" y="0"/>
                  </a:lnTo>
                  <a:lnTo>
                    <a:pt x="904282" y="451529"/>
                  </a:lnTo>
                  <a:lnTo>
                    <a:pt x="2677285" y="455339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12700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sz="2400">
                <a:solidFill>
                  <a:schemeClr val="lt1">
                    <a:alpha val="100000"/>
                  </a:schemeClr>
                </a:solidFill>
              </a:endParaRPr>
            </a:p>
          </p:txBody>
        </p:sp>
        <p:sp>
          <p:nvSpPr>
            <p:cNvPr id="539" name="任意多边形 84"/>
            <p:cNvSpPr/>
            <p:nvPr/>
          </p:nvSpPr>
          <p:spPr>
            <a:xfrm rot="16210314">
              <a:off x="4613158" y="3220939"/>
              <a:ext cx="1806120" cy="3267874"/>
            </a:xfrm>
            <a:custGeom>
              <a:avLst/>
              <a:gdLst/>
              <a:ahLst/>
              <a:cxnLst/>
              <a:rect l="l" t="t" r="r" b="b"/>
              <a:pathLst>
                <a:path w="1806120" h="3267874">
                  <a:moveTo>
                    <a:pt x="0" y="2364859"/>
                  </a:moveTo>
                  <a:lnTo>
                    <a:pt x="451530" y="2364859"/>
                  </a:lnTo>
                  <a:lnTo>
                    <a:pt x="451530" y="591850"/>
                  </a:lnTo>
                  <a:lnTo>
                    <a:pt x="447720" y="589945"/>
                  </a:lnTo>
                  <a:lnTo>
                    <a:pt x="451530" y="588675"/>
                  </a:lnTo>
                  <a:lnTo>
                    <a:pt x="451530" y="586769"/>
                  </a:lnTo>
                  <a:lnTo>
                    <a:pt x="452800" y="586769"/>
                  </a:lnTo>
                  <a:cubicBezTo>
                    <a:pt x="452165" y="578514"/>
                    <a:pt x="450895" y="555653"/>
                    <a:pt x="450895" y="551208"/>
                  </a:cubicBezTo>
                  <a:cubicBezTo>
                    <a:pt x="452800" y="436267"/>
                    <a:pt x="487729" y="370859"/>
                    <a:pt x="1097389" y="146692"/>
                  </a:cubicBezTo>
                  <a:cubicBezTo>
                    <a:pt x="1225672" y="95255"/>
                    <a:pt x="1387613" y="29211"/>
                    <a:pt x="1458740" y="0"/>
                  </a:cubicBezTo>
                  <a:cubicBezTo>
                    <a:pt x="1360306" y="88269"/>
                    <a:pt x="1353955" y="157488"/>
                    <a:pt x="1353955" y="196225"/>
                  </a:cubicBezTo>
                  <a:cubicBezTo>
                    <a:pt x="1353955" y="203210"/>
                    <a:pt x="1354590" y="212736"/>
                    <a:pt x="1354590" y="214006"/>
                  </a:cubicBezTo>
                  <a:lnTo>
                    <a:pt x="1354590" y="217181"/>
                  </a:lnTo>
                  <a:lnTo>
                    <a:pt x="1354590" y="219721"/>
                  </a:lnTo>
                  <a:lnTo>
                    <a:pt x="1354590" y="222261"/>
                  </a:lnTo>
                  <a:lnTo>
                    <a:pt x="1354590" y="224801"/>
                  </a:lnTo>
                  <a:cubicBezTo>
                    <a:pt x="1355225" y="233057"/>
                    <a:pt x="1353955" y="243852"/>
                    <a:pt x="1353320" y="246392"/>
                  </a:cubicBezTo>
                  <a:lnTo>
                    <a:pt x="1352050" y="247027"/>
                  </a:lnTo>
                  <a:lnTo>
                    <a:pt x="1352685" y="586769"/>
                  </a:lnTo>
                  <a:lnTo>
                    <a:pt x="1354590" y="586769"/>
                  </a:lnTo>
                  <a:lnTo>
                    <a:pt x="1354590" y="2364859"/>
                  </a:lnTo>
                  <a:lnTo>
                    <a:pt x="1806120" y="2364859"/>
                  </a:lnTo>
                  <a:lnTo>
                    <a:pt x="903060" y="3267874"/>
                  </a:lnTo>
                  <a:lnTo>
                    <a:pt x="0" y="2364859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12700">
              <a:noFill/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sz="2400">
                <a:solidFill>
                  <a:schemeClr val="lt1">
                    <a:alpha val="100000"/>
                  </a:schemeClr>
                </a:solidFill>
              </a:endParaRPr>
            </a:p>
          </p:txBody>
        </p:sp>
      </p:grpSp>
      <p:grpSp>
        <p:nvGrpSpPr>
          <p:cNvPr id="540" name="组合 539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749021"/>
            <a:ext cx="10858500" cy="4486679"/>
            <a:chOff x="666750" y="1749021"/>
            <a:chExt cx="10858500" cy="4486679"/>
          </a:xfrm>
        </p:grpSpPr>
        <p:grpSp>
          <p:nvGrpSpPr>
            <p:cNvPr id="541" name="组合 540"/>
            <p:cNvGrpSpPr/>
            <p:nvPr/>
          </p:nvGrpSpPr>
          <p:grpSpPr>
            <a:xfrm>
              <a:off x="666750" y="1749025"/>
              <a:ext cx="3240024" cy="1984775"/>
              <a:chOff x="666750" y="1749025"/>
              <a:chExt cx="3240024" cy="1984775"/>
            </a:xfrm>
          </p:grpSpPr>
          <p:sp>
            <p:nvSpPr>
              <p:cNvPr id="542" name="文本框 541" descr="{&quot;isTemplate&quot;:true,&quot;type&quot;:&quot;content&quot;,&quot;canOmit&quot;:true}"/>
              <p:cNvSpPr txBox="1"/>
              <p:nvPr/>
            </p:nvSpPr>
            <p:spPr>
              <a:xfrm>
                <a:off x="666750" y="2254253"/>
                <a:ext cx="3240024" cy="1479547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0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0" dirty="0">
                    <a:solidFill>
                      <a:schemeClr val="tx1"/>
                    </a:solidFill>
                  </a:rPr>
                  <a:t>本项目基于真实</a:t>
                </a:r>
                <a:r>
                  <a:rPr lang="zh-CN" altLang="en-US" sz="1400" dirty="0"/>
                  <a:t>高德地图</a:t>
                </a:r>
                <a:r>
                  <a:rPr lang="zh-CN" sz="1400" b="0" dirty="0">
                    <a:solidFill>
                      <a:schemeClr val="tx1"/>
                    </a:solidFill>
                  </a:rPr>
                  <a:t>数据构建推荐基础，确保推荐内容与用户实际地理位置高度匹配，提升推荐的实用性和相关性。</a:t>
                </a:r>
                <a:endParaRPr dirty="0"/>
              </a:p>
            </p:txBody>
          </p:sp>
          <p:sp>
            <p:nvSpPr>
              <p:cNvPr id="543" name="矩形 542" descr="{&quot;isTemplate&quot;:true,&quot;type&quot;:&quot;title&quot;,&quot;canOmit&quot;:false}"/>
              <p:cNvSpPr/>
              <p:nvPr/>
            </p:nvSpPr>
            <p:spPr>
              <a:xfrm>
                <a:off x="666750" y="1749025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b" anchorCtr="0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1">
                    <a:solidFill>
                      <a:schemeClr val="tx1"/>
                    </a:solidFill>
                  </a:rPr>
                  <a:t>真实地理数据源</a:t>
                </a:r>
                <a:endParaRPr/>
              </a:p>
            </p:txBody>
          </p:sp>
        </p:grpSp>
        <p:grpSp>
          <p:nvGrpSpPr>
            <p:cNvPr id="544" name="组合 543"/>
            <p:cNvGrpSpPr/>
            <p:nvPr/>
          </p:nvGrpSpPr>
          <p:grpSpPr>
            <a:xfrm>
              <a:off x="8285226" y="1749021"/>
              <a:ext cx="3240024" cy="1984779"/>
              <a:chOff x="8285226" y="1749021"/>
              <a:chExt cx="3240024" cy="1984779"/>
            </a:xfrm>
          </p:grpSpPr>
          <p:sp>
            <p:nvSpPr>
              <p:cNvPr id="545" name="文本框 544" descr="{&quot;isTemplate&quot;:true,&quot;type&quot;:&quot;content&quot;,&quot;canOmit&quot;:true}"/>
              <p:cNvSpPr txBox="1"/>
              <p:nvPr/>
            </p:nvSpPr>
            <p:spPr>
              <a:xfrm>
                <a:off x="8285226" y="2254250"/>
                <a:ext cx="3240024" cy="14795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0">
                <a:noAutofit/>
              </a:bodyPr>
              <a:lstStyle/>
              <a:p>
                <a:pPr lvl="0" algn="l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0">
                    <a:solidFill>
                      <a:schemeClr val="tx1"/>
                    </a:solidFill>
                  </a:rPr>
                  <a:t>通过智能算法分析用户饮食偏好，动态调整推荐顺序和种类，为用户提供个性化美食选择方案。</a:t>
                </a:r>
                <a:endParaRPr/>
              </a:p>
            </p:txBody>
          </p:sp>
          <p:sp>
            <p:nvSpPr>
              <p:cNvPr id="546" name="矩形 545" descr="{&quot;isTemplate&quot;:true,&quot;type&quot;:&quot;title&quot;,&quot;canOmit&quot;:false}"/>
              <p:cNvSpPr/>
              <p:nvPr/>
            </p:nvSpPr>
            <p:spPr>
              <a:xfrm>
                <a:off x="8285226" y="1749021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b" anchorCtr="0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动态定制化推荐</a:t>
                </a:r>
                <a:endParaRPr dirty="0"/>
              </a:p>
            </p:txBody>
          </p:sp>
        </p:grpSp>
        <p:grpSp>
          <p:nvGrpSpPr>
            <p:cNvPr id="547" name="组合 546"/>
            <p:cNvGrpSpPr/>
            <p:nvPr/>
          </p:nvGrpSpPr>
          <p:grpSpPr>
            <a:xfrm>
              <a:off x="666750" y="4250923"/>
              <a:ext cx="3240024" cy="1984777"/>
              <a:chOff x="666750" y="4250923"/>
              <a:chExt cx="3240024" cy="1984777"/>
            </a:xfrm>
          </p:grpSpPr>
          <p:sp>
            <p:nvSpPr>
              <p:cNvPr id="548" name="文本框 547" descr="{&quot;isTemplate&quot;:true,&quot;type&quot;:&quot;content&quot;,&quot;canOmit&quot;:true}"/>
              <p:cNvSpPr txBox="1"/>
              <p:nvPr/>
            </p:nvSpPr>
            <p:spPr>
              <a:xfrm>
                <a:off x="666750" y="4756152"/>
                <a:ext cx="3240024" cy="1479548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0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0">
                    <a:solidFill>
                      <a:schemeClr val="tx1"/>
                    </a:solidFill>
                  </a:rPr>
                  <a:t>系统采用无API依赖的本地化运行模式，保障数据安全与响应速度，减少对外部服务的依赖。</a:t>
                </a:r>
                <a:endParaRPr/>
              </a:p>
            </p:txBody>
          </p:sp>
          <p:sp>
            <p:nvSpPr>
              <p:cNvPr id="549" name="矩形 548" descr="{&quot;isTemplate&quot;:true,&quot;type&quot;:&quot;title&quot;,&quot;canOmit&quot;:false}"/>
              <p:cNvSpPr/>
              <p:nvPr/>
            </p:nvSpPr>
            <p:spPr>
              <a:xfrm>
                <a:off x="666750" y="4250923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b" anchorCtr="0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1">
                    <a:solidFill>
                      <a:schemeClr val="tx1"/>
                    </a:solidFill>
                  </a:rPr>
                  <a:t>无API本地运行</a:t>
                </a:r>
                <a:endParaRPr/>
              </a:p>
            </p:txBody>
          </p:sp>
        </p:grpSp>
      </p:grpSp>
      <p:sp>
        <p:nvSpPr>
          <p:cNvPr id="553" name="图形" descr="{&quot;isTemplate&quot;:true,&quot;type&quot;:&quot;title&quot;}"/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sz="360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项目创新亮点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page&quot;,&quot;originSlideId&quot;:&quot;305fc747&quot;}">
          <a:extLst>
            <a:ext uri="{FF2B5EF4-FFF2-40B4-BE49-F238E27FC236}">
              <a16:creationId xmlns:a16="http://schemas.microsoft.com/office/drawing/2014/main" id="{E174122B-6C7A-FBC8-B9B1-6D59D54AE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组合 539" descr="{&quot;isTemplate&quot;:true,&quot;type&quot;:&quot;list&quot;,&quot;alignment&quot;:&quot;left&quot;,&quot;alignmentVertical&quot;:&quot;top&quot;,&quot;canOmit&quot;:false,&quot;scalable&quot;:false,&quot;minItemsCount&quot;:0}">
            <a:extLst>
              <a:ext uri="{FF2B5EF4-FFF2-40B4-BE49-F238E27FC236}">
                <a16:creationId xmlns:a16="http://schemas.microsoft.com/office/drawing/2014/main" id="{BD710888-238D-F6B1-3D61-BE1BC09DCA11}"/>
              </a:ext>
            </a:extLst>
          </p:cNvPr>
          <p:cNvGrpSpPr/>
          <p:nvPr/>
        </p:nvGrpSpPr>
        <p:grpSpPr>
          <a:xfrm>
            <a:off x="666750" y="1749025"/>
            <a:ext cx="2236011" cy="4486675"/>
            <a:chOff x="666750" y="1749025"/>
            <a:chExt cx="3348989" cy="4486675"/>
          </a:xfrm>
        </p:grpSpPr>
        <p:grpSp>
          <p:nvGrpSpPr>
            <p:cNvPr id="541" name="组合 540">
              <a:extLst>
                <a:ext uri="{FF2B5EF4-FFF2-40B4-BE49-F238E27FC236}">
                  <a16:creationId xmlns:a16="http://schemas.microsoft.com/office/drawing/2014/main" id="{22514E8F-07C8-C83A-B781-3646F4ED4581}"/>
                </a:ext>
              </a:extLst>
            </p:cNvPr>
            <p:cNvGrpSpPr/>
            <p:nvPr/>
          </p:nvGrpSpPr>
          <p:grpSpPr>
            <a:xfrm>
              <a:off x="666750" y="1749025"/>
              <a:ext cx="3348989" cy="1984775"/>
              <a:chOff x="666750" y="1749025"/>
              <a:chExt cx="3348989" cy="1984775"/>
            </a:xfrm>
          </p:grpSpPr>
          <p:sp>
            <p:nvSpPr>
              <p:cNvPr id="542" name="文本框 541" descr="{&quot;isTemplate&quot;:true,&quot;type&quot;:&quot;content&quot;,&quot;canOmit&quot;:true}">
                <a:extLst>
                  <a:ext uri="{FF2B5EF4-FFF2-40B4-BE49-F238E27FC236}">
                    <a16:creationId xmlns:a16="http://schemas.microsoft.com/office/drawing/2014/main" id="{856AE196-754F-0D7E-A9FD-4DBA3479D526}"/>
                  </a:ext>
                </a:extLst>
              </p:cNvPr>
              <p:cNvSpPr txBox="1"/>
              <p:nvPr/>
            </p:nvSpPr>
            <p:spPr>
              <a:xfrm>
                <a:off x="666750" y="2254253"/>
                <a:ext cx="3240024" cy="1479547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0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altLang="en-US" sz="1400" b="0" dirty="0">
                    <a:solidFill>
                      <a:schemeClr val="tx1"/>
                    </a:solidFill>
                  </a:rPr>
                  <a:t>设计量化指标和用户问题，对微调前后模型的回答进行量化分析</a:t>
                </a:r>
                <a:endParaRPr lang="zh-CN" altLang="en-US" dirty="0"/>
              </a:p>
            </p:txBody>
          </p:sp>
          <p:sp>
            <p:nvSpPr>
              <p:cNvPr id="543" name="矩形 542" descr="{&quot;isTemplate&quot;:true,&quot;type&quot;:&quot;title&quot;,&quot;canOmit&quot;:false}">
                <a:extLst>
                  <a:ext uri="{FF2B5EF4-FFF2-40B4-BE49-F238E27FC236}">
                    <a16:creationId xmlns:a16="http://schemas.microsoft.com/office/drawing/2014/main" id="{81385FCF-BE80-350D-FA6E-916A49A93A03}"/>
                  </a:ext>
                </a:extLst>
              </p:cNvPr>
              <p:cNvSpPr/>
              <p:nvPr/>
            </p:nvSpPr>
            <p:spPr>
              <a:xfrm>
                <a:off x="666751" y="1749025"/>
                <a:ext cx="3348988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b" anchorCtr="0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微调模型性能分析</a:t>
                </a:r>
                <a:endParaRPr dirty="0"/>
              </a:p>
            </p:txBody>
          </p:sp>
        </p:grpSp>
        <p:grpSp>
          <p:nvGrpSpPr>
            <p:cNvPr id="547" name="组合 546">
              <a:extLst>
                <a:ext uri="{FF2B5EF4-FFF2-40B4-BE49-F238E27FC236}">
                  <a16:creationId xmlns:a16="http://schemas.microsoft.com/office/drawing/2014/main" id="{B5B789C2-3F4E-CF84-6313-4CBA415F4A5D}"/>
                </a:ext>
              </a:extLst>
            </p:cNvPr>
            <p:cNvGrpSpPr/>
            <p:nvPr/>
          </p:nvGrpSpPr>
          <p:grpSpPr>
            <a:xfrm>
              <a:off x="666750" y="4250923"/>
              <a:ext cx="3240024" cy="1984777"/>
              <a:chOff x="666750" y="4250923"/>
              <a:chExt cx="3240024" cy="1984777"/>
            </a:xfrm>
          </p:grpSpPr>
          <p:sp>
            <p:nvSpPr>
              <p:cNvPr id="548" name="文本框 547" descr="{&quot;isTemplate&quot;:true,&quot;type&quot;:&quot;content&quot;,&quot;canOmit&quot;:true}">
                <a:extLst>
                  <a:ext uri="{FF2B5EF4-FFF2-40B4-BE49-F238E27FC236}">
                    <a16:creationId xmlns:a16="http://schemas.microsoft.com/office/drawing/2014/main" id="{A49D72B7-709F-5418-4856-3411D60110E4}"/>
                  </a:ext>
                </a:extLst>
              </p:cNvPr>
              <p:cNvSpPr txBox="1"/>
              <p:nvPr/>
            </p:nvSpPr>
            <p:spPr>
              <a:xfrm>
                <a:off x="666750" y="4756152"/>
                <a:ext cx="3240024" cy="1479548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0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altLang="en-US" sz="1400" b="0" dirty="0">
                    <a:solidFill>
                      <a:schemeClr val="tx1"/>
                    </a:solidFill>
                  </a:rPr>
                  <a:t>使用多模态模型作为</a:t>
                </a:r>
                <a:r>
                  <a:rPr lang="en-US" altLang="zh-CN" sz="1400" b="0" dirty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400" b="0" dirty="0">
                    <a:solidFill>
                      <a:schemeClr val="tx1"/>
                    </a:solidFill>
                  </a:rPr>
                  <a:t>主干模型，对餐厅的图片信息进行解读，进一步增强训练数据的质量</a:t>
                </a:r>
                <a:endParaRPr dirty="0"/>
              </a:p>
            </p:txBody>
          </p:sp>
          <p:sp>
            <p:nvSpPr>
              <p:cNvPr id="549" name="矩形 548" descr="{&quot;isTemplate&quot;:true,&quot;type&quot;:&quot;title&quot;,&quot;canOmit&quot;:false}">
                <a:extLst>
                  <a:ext uri="{FF2B5EF4-FFF2-40B4-BE49-F238E27FC236}">
                    <a16:creationId xmlns:a16="http://schemas.microsoft.com/office/drawing/2014/main" id="{F80E8856-8638-0F59-C204-DF395EE4A56C}"/>
                  </a:ext>
                </a:extLst>
              </p:cNvPr>
              <p:cNvSpPr/>
              <p:nvPr/>
            </p:nvSpPr>
            <p:spPr>
              <a:xfrm>
                <a:off x="666750" y="4250923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0" anchor="b" anchorCtr="0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多模态整合</a:t>
                </a:r>
                <a:endParaRPr dirty="0"/>
              </a:p>
            </p:txBody>
          </p:sp>
        </p:grpSp>
      </p:grpSp>
      <p:sp>
        <p:nvSpPr>
          <p:cNvPr id="553" name="图形" descr="{&quot;isTemplate&quot;:true,&quot;type&quot;:&quot;title&quot;}">
            <a:extLst>
              <a:ext uri="{FF2B5EF4-FFF2-40B4-BE49-F238E27FC236}">
                <a16:creationId xmlns:a16="http://schemas.microsoft.com/office/drawing/2014/main" id="{377DEA52-9106-E14E-C6FD-767B9A27116D}"/>
              </a:ext>
            </a:extLst>
          </p:cNvPr>
          <p:cNvSpPr txBox="1"/>
          <p:nvPr/>
        </p:nvSpPr>
        <p:spPr>
          <a:xfrm flipH="1">
            <a:off x="1106170" y="383540"/>
            <a:ext cx="6724650" cy="641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 algn="l">
              <a:spcBef>
                <a:spcPct val="1"/>
              </a:spcBef>
              <a:buNone/>
            </a:pPr>
            <a:r>
              <a:rPr lang="zh-CN" altLang="en-US" sz="3600" dirty="0">
                <a:solidFill>
                  <a:schemeClr val="tx1">
                    <a:alpha val="100000"/>
                  </a:schemeClr>
                </a:solidFill>
                <a:latin typeface="微软雅黑"/>
                <a:ea typeface="微软雅黑"/>
              </a:rPr>
              <a:t>进一步工作</a:t>
            </a:r>
            <a:endParaRPr dirty="0"/>
          </a:p>
        </p:txBody>
      </p:sp>
      <p:sp>
        <p:nvSpPr>
          <p:cNvPr id="4" name="文本框 3" descr="{&quot;isTemplate&quot;:true,&quot;type&quot;:&quot;content&quot;,&quot;canOmit&quot;:true}">
            <a:extLst>
              <a:ext uri="{FF2B5EF4-FFF2-40B4-BE49-F238E27FC236}">
                <a16:creationId xmlns:a16="http://schemas.microsoft.com/office/drawing/2014/main" id="{70B9D09E-1794-1426-66E7-1C8510738527}"/>
              </a:ext>
            </a:extLst>
          </p:cNvPr>
          <p:cNvSpPr txBox="1"/>
          <p:nvPr/>
        </p:nvSpPr>
        <p:spPr>
          <a:xfrm>
            <a:off x="4480842" y="2254254"/>
            <a:ext cx="2163259" cy="1479548"/>
          </a:xfrm>
          <a:prstGeom prst="rect">
            <a:avLst/>
          </a:prstGeom>
          <a:noFill/>
          <a:ln/>
        </p:spPr>
        <p:txBody>
          <a:bodyPr vert="horz" wrap="square" lIns="90043" tIns="46863" rIns="90043" bIns="46863" rtlCol="0">
            <a:noAutofit/>
          </a:bodyPr>
          <a:lstStyle/>
          <a:p>
            <a:pPr lvl="0" algn="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ClrTx/>
              <a:buSzPct val="25000"/>
              <a:buFontTx/>
              <a:buNone/>
              <a:defRPr sz="1400">
                <a:solidFill>
                  <a:schemeClr val="tx1">
                    <a:alpha val="100000"/>
                  </a:schemeClr>
                </a:solidFill>
              </a:defRPr>
            </a:pPr>
            <a:r>
              <a:rPr lang="zh-CN" altLang="en-US" dirty="0"/>
              <a:t>对训练数据使用</a:t>
            </a:r>
            <a:r>
              <a:rPr lang="en-US" altLang="zh-CN" dirty="0"/>
              <a:t>LLM-as-a-Judge</a:t>
            </a:r>
            <a:r>
              <a:rPr lang="zh-CN" altLang="en-US" dirty="0"/>
              <a:t>等</a:t>
            </a:r>
            <a:r>
              <a:rPr lang="zh-CN" altLang="en-US"/>
              <a:t>范式进行更深度</a:t>
            </a:r>
            <a:r>
              <a:rPr lang="zh-CN" altLang="en-US" dirty="0"/>
              <a:t>、多维度、细粒度分析</a:t>
            </a:r>
            <a:endParaRPr dirty="0"/>
          </a:p>
        </p:txBody>
      </p:sp>
      <p:sp>
        <p:nvSpPr>
          <p:cNvPr id="5" name="矩形 4" descr="{&quot;isTemplate&quot;:true,&quot;type&quot;:&quot;title&quot;,&quot;canOmit&quot;:false}">
            <a:extLst>
              <a:ext uri="{FF2B5EF4-FFF2-40B4-BE49-F238E27FC236}">
                <a16:creationId xmlns:a16="http://schemas.microsoft.com/office/drawing/2014/main" id="{38E77A1F-E302-F261-9F1F-2CA7F2A156B1}"/>
              </a:ext>
            </a:extLst>
          </p:cNvPr>
          <p:cNvSpPr/>
          <p:nvPr/>
        </p:nvSpPr>
        <p:spPr>
          <a:xfrm>
            <a:off x="4228334" y="1749025"/>
            <a:ext cx="2415768" cy="4889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43" tIns="46863" rIns="90043" bIns="46863" rtlCol="0" anchor="b" anchorCtr="0">
            <a:noAutofit/>
          </a:bodyPr>
          <a:lstStyle/>
          <a:p>
            <a:pPr marL="0" indent="0" algn="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</a:pPr>
            <a:r>
              <a:rPr lang="zh-CN" altLang="en-US" sz="2000" b="1" dirty="0">
                <a:solidFill>
                  <a:schemeClr val="tx1"/>
                </a:solidFill>
              </a:rPr>
              <a:t>训练数据深入分析</a:t>
            </a:r>
            <a:endParaRPr dirty="0"/>
          </a:p>
        </p:txBody>
      </p:sp>
      <p:sp>
        <p:nvSpPr>
          <p:cNvPr id="6" name="文本框 5" descr="{&quot;isTemplate&quot;:true,&quot;type&quot;:&quot;content&quot;,&quot;canOmit&quot;:true}">
            <a:extLst>
              <a:ext uri="{FF2B5EF4-FFF2-40B4-BE49-F238E27FC236}">
                <a16:creationId xmlns:a16="http://schemas.microsoft.com/office/drawing/2014/main" id="{B0FBB217-0FDB-9B6A-19BF-9412D2D0777A}"/>
              </a:ext>
            </a:extLst>
          </p:cNvPr>
          <p:cNvSpPr txBox="1"/>
          <p:nvPr/>
        </p:nvSpPr>
        <p:spPr>
          <a:xfrm>
            <a:off x="4480842" y="4705097"/>
            <a:ext cx="2163259" cy="1479550"/>
          </a:xfrm>
          <a:prstGeom prst="rect">
            <a:avLst/>
          </a:prstGeom>
          <a:noFill/>
          <a:ln/>
        </p:spPr>
        <p:txBody>
          <a:bodyPr vert="horz" wrap="square" lIns="90043" tIns="46863" rIns="90043" bIns="46863" rtlCol="0">
            <a:noAutofit/>
          </a:bodyPr>
          <a:lstStyle/>
          <a:p>
            <a:pPr lvl="0" algn="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SzPct val="25000"/>
              <a:defRPr sz="1400">
                <a:solidFill>
                  <a:schemeClr val="tx1">
                    <a:alpha val="100000"/>
                  </a:schemeClr>
                </a:solidFill>
              </a:defRPr>
            </a:pPr>
            <a:r>
              <a:rPr lang="zh-CN" altLang="en-US" sz="1400" b="0" dirty="0">
                <a:solidFill>
                  <a:schemeClr val="tx1"/>
                </a:solidFill>
              </a:rPr>
              <a:t>构建</a:t>
            </a:r>
            <a:r>
              <a:rPr lang="en-US" altLang="zh-CN" sz="1400" b="0" dirty="0">
                <a:solidFill>
                  <a:schemeClr val="tx1"/>
                </a:solidFill>
              </a:rPr>
              <a:t>UI</a:t>
            </a:r>
            <a:r>
              <a:rPr lang="zh-CN" altLang="en-US" sz="1400" b="0" dirty="0">
                <a:solidFill>
                  <a:schemeClr val="tx1"/>
                </a:solidFill>
              </a:rPr>
              <a:t>并</a:t>
            </a:r>
            <a:r>
              <a:rPr lang="zh-CN" altLang="en-US" sz="1400" dirty="0"/>
              <a:t>部署在</a:t>
            </a:r>
            <a:r>
              <a:rPr lang="en-US" altLang="zh-CN" sz="1400" dirty="0" err="1"/>
              <a:t>modelscope</a:t>
            </a:r>
            <a:r>
              <a:rPr lang="zh-CN" altLang="en-US" sz="1400" dirty="0"/>
              <a:t>社区上</a:t>
            </a:r>
            <a:endParaRPr dirty="0"/>
          </a:p>
        </p:txBody>
      </p:sp>
      <p:sp>
        <p:nvSpPr>
          <p:cNvPr id="7" name="矩形 6" descr="{&quot;isTemplate&quot;:true,&quot;type&quot;:&quot;title&quot;,&quot;canOmit&quot;:false}">
            <a:extLst>
              <a:ext uri="{FF2B5EF4-FFF2-40B4-BE49-F238E27FC236}">
                <a16:creationId xmlns:a16="http://schemas.microsoft.com/office/drawing/2014/main" id="{76449140-50C3-6595-DA61-C416478F96AC}"/>
              </a:ext>
            </a:extLst>
          </p:cNvPr>
          <p:cNvSpPr/>
          <p:nvPr/>
        </p:nvSpPr>
        <p:spPr>
          <a:xfrm>
            <a:off x="4480842" y="4199868"/>
            <a:ext cx="2163259" cy="4889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43" tIns="46863" rIns="90043" bIns="46863" rtlCol="0" anchor="b" anchorCtr="0">
            <a:noAutofit/>
          </a:bodyPr>
          <a:lstStyle/>
          <a:p>
            <a:pPr marL="0" indent="0" algn="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</a:pPr>
            <a:r>
              <a:rPr lang="zh-CN" altLang="en-US" sz="2000" b="1" dirty="0">
                <a:solidFill>
                  <a:schemeClr val="tx1"/>
                </a:solidFill>
              </a:rPr>
              <a:t>网页部署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4246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{&quot;isTemplate&quot;:true,&quot;type&quot;:&quot;ending&quot;,&quot;originSlideId&quot;:&quot;uw8t284w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图形" descr="{&quot;type&quot;:&quot;text&quot;,&quot;isTemplate&quot;:true,&quot;__version&quot;:2}"/>
          <p:cNvSpPr>
            <a:spLocks noGrp="1"/>
          </p:cNvSpPr>
          <p:nvPr/>
        </p:nvSpPr>
        <p:spPr>
          <a:xfrm>
            <a:off x="1299243" y="2415222"/>
            <a:ext cx="10560400" cy="1122045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lvl="0" indent="-228600" algn="l" defTabSz="914400"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lang="zh-CN" sz="5400" b="1" i="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1pPr>
            <a:lvl2pPr marL="685800" lvl="1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2pPr>
            <a:lvl3pPr marL="1143000" lvl="2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3pPr>
            <a:lvl4pPr marL="1600200" lvl="3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4pPr>
            <a:lvl5pPr marL="2057400" lvl="4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5pPr>
            <a:lvl6pPr marL="2514600" lvl="5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6pPr>
            <a:lvl7pPr marL="2971800" lvl="6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7pPr>
            <a:lvl8pPr marL="3429000" lvl="7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8pPr>
            <a:lvl9pPr marL="3886200" lvl="8" indent="-228600" algn="l" defTabSz="9144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字魂58号-创中黑"/>
                <a:ea typeface="字魂58号-创中黑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sz="7200" dirty="0">
                <a:gradFill>
                  <a:gsLst>
                    <a:gs pos="0">
                      <a:srgbClr val="FFFF00"/>
                    </a:gs>
                    <a:gs pos="100000">
                      <a:srgbClr val="FFFFFF"/>
                    </a:gs>
                  </a:gsLst>
                  <a:lin ang="13500000" scaled="0"/>
                </a:gradFill>
                <a:effectLst>
                  <a:outerShdw blurRad="38100" dist="38100" dir="2700000" algn="tl">
                    <a:srgbClr val="262626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谢谢您的聆听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293FC"/>
      </a:accent1>
      <a:accent2>
        <a:srgbClr val="9EBB90"/>
      </a:accent2>
      <a:accent3>
        <a:srgbClr val="409AC3"/>
      </a:accent3>
      <a:accent4>
        <a:srgbClr val="F1EC47"/>
      </a:accent4>
      <a:accent5>
        <a:srgbClr val="FDFEA0"/>
      </a:accent5>
      <a:accent6>
        <a:srgbClr val="FC3632"/>
      </a:accent6>
      <a:hlink>
        <a:srgbClr val="175CEB"/>
      </a:hlink>
      <a:folHlink>
        <a:srgbClr val="81868F"/>
      </a:folHlink>
    </a:clrScheme>
    <a:fontScheme name="Office">
      <a:majorFont>
        <a:latin typeface="字魂58号-创中黑"/>
        <a:ea typeface="字魂58号-创中黑"/>
        <a:cs typeface=""/>
      </a:majorFont>
      <a:minorFont>
        <a:latin typeface="字魂58号-创中黑"/>
        <a:ea typeface="字魂58号-创中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856</Words>
  <Application>Microsoft Office PowerPoint</Application>
  <PresentationFormat>宽屏</PresentationFormat>
  <Paragraphs>112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思源黑体 CN Normal</vt:lpstr>
      <vt:lpstr>微软雅黑</vt:lpstr>
      <vt:lpstr>字魂58号-创中黑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1283573361@qq.com</cp:lastModifiedBy>
  <cp:revision>118</cp:revision>
  <dcterms:created xsi:type="dcterms:W3CDTF">2025-11-24T15:37:02Z</dcterms:created>
  <dcterms:modified xsi:type="dcterms:W3CDTF">2025-11-24T09:31:27Z</dcterms:modified>
</cp:coreProperties>
</file>